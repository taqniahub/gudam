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311" r:id="rId2"/>
    <p:sldId id="319" r:id="rId3"/>
    <p:sldId id="320" r:id="rId4"/>
    <p:sldId id="346" r:id="rId5"/>
    <p:sldId id="348" r:id="rId6"/>
    <p:sldId id="357" r:id="rId7"/>
    <p:sldId id="349" r:id="rId8"/>
    <p:sldId id="350" r:id="rId9"/>
    <p:sldId id="358" r:id="rId10"/>
    <p:sldId id="347" r:id="rId11"/>
    <p:sldId id="351" r:id="rId12"/>
    <p:sldId id="352" r:id="rId13"/>
    <p:sldId id="356" r:id="rId14"/>
    <p:sldId id="353" r:id="rId15"/>
    <p:sldId id="354" r:id="rId16"/>
    <p:sldId id="355" r:id="rId17"/>
    <p:sldId id="314" r:id="rId18"/>
  </p:sldIdLst>
  <p:sldSz cx="12188825" cy="6858000"/>
  <p:notesSz cx="6858000" cy="9144000"/>
  <p:defaultTextStyle>
    <a:defPPr>
      <a:defRPr lang="en-US"/>
    </a:defPPr>
    <a:lvl1pPr marL="0" algn="l" defTabSz="609493" rtl="0" eaLnBrk="1" latinLnBrk="0" hangingPunct="1">
      <a:defRPr sz="2400" kern="1200">
        <a:solidFill>
          <a:schemeClr val="tx1"/>
        </a:solidFill>
        <a:latin typeface="+mn-lt"/>
        <a:ea typeface="+mn-ea"/>
        <a:cs typeface="+mn-cs"/>
      </a:defRPr>
    </a:lvl1pPr>
    <a:lvl2pPr marL="609493" algn="l" defTabSz="609493" rtl="0" eaLnBrk="1" latinLnBrk="0" hangingPunct="1">
      <a:defRPr sz="2400" kern="1200">
        <a:solidFill>
          <a:schemeClr val="tx1"/>
        </a:solidFill>
        <a:latin typeface="+mn-lt"/>
        <a:ea typeface="+mn-ea"/>
        <a:cs typeface="+mn-cs"/>
      </a:defRPr>
    </a:lvl2pPr>
    <a:lvl3pPr marL="1218987" algn="l" defTabSz="609493" rtl="0" eaLnBrk="1" latinLnBrk="0" hangingPunct="1">
      <a:defRPr sz="2400" kern="1200">
        <a:solidFill>
          <a:schemeClr val="tx1"/>
        </a:solidFill>
        <a:latin typeface="+mn-lt"/>
        <a:ea typeface="+mn-ea"/>
        <a:cs typeface="+mn-cs"/>
      </a:defRPr>
    </a:lvl3pPr>
    <a:lvl4pPr marL="1828480" algn="l" defTabSz="609493" rtl="0" eaLnBrk="1" latinLnBrk="0" hangingPunct="1">
      <a:defRPr sz="2400" kern="1200">
        <a:solidFill>
          <a:schemeClr val="tx1"/>
        </a:solidFill>
        <a:latin typeface="+mn-lt"/>
        <a:ea typeface="+mn-ea"/>
        <a:cs typeface="+mn-cs"/>
      </a:defRPr>
    </a:lvl4pPr>
    <a:lvl5pPr marL="2437973" algn="l" defTabSz="609493" rtl="0" eaLnBrk="1" latinLnBrk="0" hangingPunct="1">
      <a:defRPr sz="2400" kern="1200">
        <a:solidFill>
          <a:schemeClr val="tx1"/>
        </a:solidFill>
        <a:latin typeface="+mn-lt"/>
        <a:ea typeface="+mn-ea"/>
        <a:cs typeface="+mn-cs"/>
      </a:defRPr>
    </a:lvl5pPr>
    <a:lvl6pPr marL="3047467" algn="l" defTabSz="609493" rtl="0" eaLnBrk="1" latinLnBrk="0" hangingPunct="1">
      <a:defRPr sz="2400" kern="1200">
        <a:solidFill>
          <a:schemeClr val="tx1"/>
        </a:solidFill>
        <a:latin typeface="+mn-lt"/>
        <a:ea typeface="+mn-ea"/>
        <a:cs typeface="+mn-cs"/>
      </a:defRPr>
    </a:lvl6pPr>
    <a:lvl7pPr marL="3656960" algn="l" defTabSz="609493" rtl="0" eaLnBrk="1" latinLnBrk="0" hangingPunct="1">
      <a:defRPr sz="2400" kern="1200">
        <a:solidFill>
          <a:schemeClr val="tx1"/>
        </a:solidFill>
        <a:latin typeface="+mn-lt"/>
        <a:ea typeface="+mn-ea"/>
        <a:cs typeface="+mn-cs"/>
      </a:defRPr>
    </a:lvl7pPr>
    <a:lvl8pPr marL="4266453" algn="l" defTabSz="609493" rtl="0" eaLnBrk="1" latinLnBrk="0" hangingPunct="1">
      <a:defRPr sz="2400" kern="1200">
        <a:solidFill>
          <a:schemeClr val="tx1"/>
        </a:solidFill>
        <a:latin typeface="+mn-lt"/>
        <a:ea typeface="+mn-ea"/>
        <a:cs typeface="+mn-cs"/>
      </a:defRPr>
    </a:lvl8pPr>
    <a:lvl9pPr marL="4875947" algn="l" defTabSz="609493"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1" userDrawn="1">
          <p15:clr>
            <a:srgbClr val="A4A3A4"/>
          </p15:clr>
        </p15:guide>
        <p15:guide id="2" pos="379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4F4F"/>
    <a:srgbClr val="969696"/>
    <a:srgbClr val="646464"/>
    <a:srgbClr val="243A71"/>
    <a:srgbClr val="37C6CF"/>
    <a:srgbClr val="2EB5BC"/>
    <a:srgbClr val="F2F2F2"/>
    <a:srgbClr val="BCDD64"/>
    <a:srgbClr val="00AFF0"/>
    <a:srgbClr val="1F7A7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5" autoAdjust="0"/>
    <p:restoredTop sz="94671" autoAdjust="0"/>
  </p:normalViewPr>
  <p:slideViewPr>
    <p:cSldViewPr snapToGrid="0" snapToObjects="1">
      <p:cViewPr varScale="1">
        <p:scale>
          <a:sx n="72" d="100"/>
          <a:sy n="72" d="100"/>
        </p:scale>
        <p:origin x="612" y="72"/>
      </p:cViewPr>
      <p:guideLst>
        <p:guide orient="horz" pos="2931"/>
        <p:guide pos="3794"/>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snapToGrid="0" snapToObjects="1">
      <p:cViewPr varScale="1">
        <p:scale>
          <a:sx n="98" d="100"/>
          <a:sy n="98" d="100"/>
        </p:scale>
        <p:origin x="265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1116F-C964-A842-8C0B-A3EC71278A5B}" type="datetimeFigureOut">
              <a:rPr lang="en-US" smtClean="0"/>
              <a:t>10/25/2017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7A3D5F-FCE8-7045-A9AB-B2A73CB409E1}" type="slidenum">
              <a:rPr lang="en-US" smtClean="0"/>
              <a:t>‹#›</a:t>
            </a:fld>
            <a:endParaRPr lang="en-US" dirty="0"/>
          </a:p>
        </p:txBody>
      </p:sp>
    </p:spTree>
    <p:extLst>
      <p:ext uri="{BB962C8B-B14F-4D97-AF65-F5344CB8AC3E}">
        <p14:creationId xmlns:p14="http://schemas.microsoft.com/office/powerpoint/2010/main" val="1909860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D22DC-3AA2-FD46-BFD6-DC46E9E9B760}" type="datetimeFigureOut">
              <a:rPr lang="en-US" smtClean="0"/>
              <a:t>10/25/2017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E365E-E4E3-CE44-A987-7FC63394D273}" type="slidenum">
              <a:rPr lang="en-US" smtClean="0"/>
              <a:t>‹#›</a:t>
            </a:fld>
            <a:endParaRPr lang="en-US" dirty="0"/>
          </a:p>
        </p:txBody>
      </p:sp>
    </p:spTree>
    <p:extLst>
      <p:ext uri="{BB962C8B-B14F-4D97-AF65-F5344CB8AC3E}">
        <p14:creationId xmlns:p14="http://schemas.microsoft.com/office/powerpoint/2010/main" val="570457988"/>
      </p:ext>
    </p:extLst>
  </p:cSld>
  <p:clrMap bg1="lt1" tx1="dk1" bg2="lt2" tx2="dk2" accent1="accent1" accent2="accent2" accent3="accent3" accent4="accent4" accent5="accent5" accent6="accent6" hlink="hlink" folHlink="folHlink"/>
  <p:hf hdr="0" ftr="0" dt="0"/>
  <p:notesStyle>
    <a:lvl1pPr marL="0" algn="l" defTabSz="609493" rtl="0" eaLnBrk="1" latinLnBrk="0" hangingPunct="1">
      <a:defRPr sz="1600" kern="1200">
        <a:solidFill>
          <a:schemeClr val="tx1"/>
        </a:solidFill>
        <a:latin typeface="+mn-lt"/>
        <a:ea typeface="+mn-ea"/>
        <a:cs typeface="+mn-cs"/>
      </a:defRPr>
    </a:lvl1pPr>
    <a:lvl2pPr marL="609493" algn="l" defTabSz="609493" rtl="0" eaLnBrk="1" latinLnBrk="0" hangingPunct="1">
      <a:defRPr sz="1600" kern="1200">
        <a:solidFill>
          <a:schemeClr val="tx1"/>
        </a:solidFill>
        <a:latin typeface="+mn-lt"/>
        <a:ea typeface="+mn-ea"/>
        <a:cs typeface="+mn-cs"/>
      </a:defRPr>
    </a:lvl2pPr>
    <a:lvl3pPr marL="1218987" algn="l" defTabSz="609493" rtl="0" eaLnBrk="1" latinLnBrk="0" hangingPunct="1">
      <a:defRPr sz="1600" kern="1200">
        <a:solidFill>
          <a:schemeClr val="tx1"/>
        </a:solidFill>
        <a:latin typeface="+mn-lt"/>
        <a:ea typeface="+mn-ea"/>
        <a:cs typeface="+mn-cs"/>
      </a:defRPr>
    </a:lvl3pPr>
    <a:lvl4pPr marL="1828480" algn="l" defTabSz="609493" rtl="0" eaLnBrk="1" latinLnBrk="0" hangingPunct="1">
      <a:defRPr sz="1600" kern="1200">
        <a:solidFill>
          <a:schemeClr val="tx1"/>
        </a:solidFill>
        <a:latin typeface="+mn-lt"/>
        <a:ea typeface="+mn-ea"/>
        <a:cs typeface="+mn-cs"/>
      </a:defRPr>
    </a:lvl4pPr>
    <a:lvl5pPr marL="2437973" algn="l" defTabSz="609493" rtl="0" eaLnBrk="1" latinLnBrk="0" hangingPunct="1">
      <a:defRPr sz="1600" kern="1200">
        <a:solidFill>
          <a:schemeClr val="tx1"/>
        </a:solidFill>
        <a:latin typeface="+mn-lt"/>
        <a:ea typeface="+mn-ea"/>
        <a:cs typeface="+mn-cs"/>
      </a:defRPr>
    </a:lvl5pPr>
    <a:lvl6pPr marL="3047467" algn="l" defTabSz="609493" rtl="0" eaLnBrk="1" latinLnBrk="0" hangingPunct="1">
      <a:defRPr sz="1600" kern="1200">
        <a:solidFill>
          <a:schemeClr val="tx1"/>
        </a:solidFill>
        <a:latin typeface="+mn-lt"/>
        <a:ea typeface="+mn-ea"/>
        <a:cs typeface="+mn-cs"/>
      </a:defRPr>
    </a:lvl6pPr>
    <a:lvl7pPr marL="3656960" algn="l" defTabSz="609493" rtl="0" eaLnBrk="1" latinLnBrk="0" hangingPunct="1">
      <a:defRPr sz="1600" kern="1200">
        <a:solidFill>
          <a:schemeClr val="tx1"/>
        </a:solidFill>
        <a:latin typeface="+mn-lt"/>
        <a:ea typeface="+mn-ea"/>
        <a:cs typeface="+mn-cs"/>
      </a:defRPr>
    </a:lvl7pPr>
    <a:lvl8pPr marL="4266453" algn="l" defTabSz="609493" rtl="0" eaLnBrk="1" latinLnBrk="0" hangingPunct="1">
      <a:defRPr sz="1600" kern="1200">
        <a:solidFill>
          <a:schemeClr val="tx1"/>
        </a:solidFill>
        <a:latin typeface="+mn-lt"/>
        <a:ea typeface="+mn-ea"/>
        <a:cs typeface="+mn-cs"/>
      </a:defRPr>
    </a:lvl8pPr>
    <a:lvl9pPr marL="4875947" algn="l" defTabSz="609493"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twitter.com/IncessantTech"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youtube.com/user/incessanttech" TargetMode="External"/><Relationship Id="rId5" Type="http://schemas.openxmlformats.org/officeDocument/2006/relationships/hyperlink" Target="https://www.facebook.com/IncessantTechnologies" TargetMode="External"/><Relationship Id="rId4" Type="http://schemas.openxmlformats.org/officeDocument/2006/relationships/hyperlink" Target="https://www.linkedin.com/company/incessant-technologie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93"/>
            <a:ext cx="12188824" cy="6856214"/>
          </a:xfrm>
          <a:prstGeom prst="rect">
            <a:avLst/>
          </a:prstGeom>
        </p:spPr>
      </p:pic>
      <p:sp>
        <p:nvSpPr>
          <p:cNvPr id="35" name="Text Placeholder 34"/>
          <p:cNvSpPr>
            <a:spLocks noGrp="1"/>
          </p:cNvSpPr>
          <p:nvPr>
            <p:ph type="body" sz="quarter" idx="13" hasCustomPrompt="1"/>
          </p:nvPr>
        </p:nvSpPr>
        <p:spPr>
          <a:xfrm>
            <a:off x="463442" y="3911601"/>
            <a:ext cx="7061308" cy="825836"/>
          </a:xfrm>
          <a:prstGeom prst="rect">
            <a:avLst/>
          </a:prstGeom>
        </p:spPr>
        <p:txBody>
          <a:bodyPr lIns="0" anchor="ctr"/>
          <a:lstStyle>
            <a:lvl1pPr marL="0" indent="0">
              <a:buNone/>
              <a:defRPr sz="3000" b="1">
                <a:solidFill>
                  <a:srgbClr val="243A71"/>
                </a:solidFill>
                <a:latin typeface="+mj-lt"/>
                <a:ea typeface="Tahoma" panose="020B0604030504040204" pitchFamily="34" charset="0"/>
                <a:cs typeface="Tahoma" panose="020B0604030504040204" pitchFamily="34" charset="0"/>
              </a:defRPr>
            </a:lvl1pPr>
            <a:lvl2pPr marL="609448" indent="0">
              <a:buNone/>
              <a:defRPr sz="2666">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895" indent="0">
              <a:buNone/>
              <a:defRPr sz="2399">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343"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790"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add text</a:t>
            </a:r>
            <a:endParaRPr lang="en-IN" dirty="0"/>
          </a:p>
        </p:txBody>
      </p:sp>
      <p:sp>
        <p:nvSpPr>
          <p:cNvPr id="36" name="Text Placeholder 34"/>
          <p:cNvSpPr>
            <a:spLocks noGrp="1"/>
          </p:cNvSpPr>
          <p:nvPr>
            <p:ph type="body" sz="quarter" idx="14" hasCustomPrompt="1"/>
          </p:nvPr>
        </p:nvSpPr>
        <p:spPr>
          <a:xfrm>
            <a:off x="470815" y="4832688"/>
            <a:ext cx="7053935" cy="339388"/>
          </a:xfrm>
          <a:prstGeom prst="rect">
            <a:avLst/>
          </a:prstGeom>
        </p:spPr>
        <p:txBody>
          <a:bodyPr anchor="ctr"/>
          <a:lstStyle>
            <a:lvl1pPr marL="0" indent="0">
              <a:buNone/>
              <a:defRPr sz="1800" b="0" baseline="0">
                <a:solidFill>
                  <a:schemeClr val="tx1"/>
                </a:solidFill>
                <a:latin typeface="+mn-lt"/>
                <a:ea typeface="Tahoma" panose="020B0604030504040204" pitchFamily="34" charset="0"/>
                <a:cs typeface="Tahoma" panose="020B0604030504040204" pitchFamily="34" charset="0"/>
              </a:defRPr>
            </a:lvl1pPr>
            <a:lvl2pPr marL="609448" indent="0">
              <a:buNone/>
              <a:defRPr sz="2666">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895" indent="0">
              <a:buNone/>
              <a:defRPr sz="2399">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343"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790"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Enter subtitle here</a:t>
            </a:r>
            <a:endParaRPr lang="en-IN" dirty="0"/>
          </a:p>
        </p:txBody>
      </p:sp>
      <p:sp>
        <p:nvSpPr>
          <p:cNvPr id="3" name="TextBox 2"/>
          <p:cNvSpPr txBox="1"/>
          <p:nvPr userDrawn="1"/>
        </p:nvSpPr>
        <p:spPr>
          <a:xfrm>
            <a:off x="8559266" y="6067768"/>
            <a:ext cx="3355139" cy="323165"/>
          </a:xfrm>
          <a:prstGeom prst="rect">
            <a:avLst/>
          </a:prstGeom>
          <a:noFill/>
        </p:spPr>
        <p:txBody>
          <a:bodyPr wrap="square" rtlCol="0">
            <a:spAutoFit/>
          </a:bodyPr>
          <a:lstStyle/>
          <a:p>
            <a:r>
              <a:rPr lang="en-US" sz="1500" dirty="0">
                <a:solidFill>
                  <a:srgbClr val="243A71"/>
                </a:solidFill>
              </a:rPr>
              <a:t>Orchestrating the </a:t>
            </a:r>
            <a:r>
              <a:rPr lang="en-US" sz="1500" dirty="0">
                <a:solidFill>
                  <a:schemeClr val="accent1"/>
                </a:solidFill>
              </a:rPr>
              <a:t>Digital</a:t>
            </a:r>
            <a:r>
              <a:rPr lang="en-US" sz="1500" dirty="0">
                <a:solidFill>
                  <a:srgbClr val="243A71"/>
                </a:solidFill>
              </a:rPr>
              <a:t> Enterprise</a:t>
            </a:r>
            <a:r>
              <a:rPr lang="en-US" sz="1500" baseline="30000" dirty="0">
                <a:solidFill>
                  <a:srgbClr val="243A71"/>
                </a:solidFill>
              </a:rPr>
              <a:t>TM</a:t>
            </a:r>
            <a:endParaRPr lang="en-IN" sz="1500" baseline="30000" dirty="0">
              <a:solidFill>
                <a:srgbClr val="243A71"/>
              </a:solidFill>
            </a:endParaRP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3442" y="1389470"/>
            <a:ext cx="2103295" cy="680059"/>
          </a:xfrm>
          <a:prstGeom prst="rect">
            <a:avLst/>
          </a:prstGeom>
        </p:spPr>
      </p:pic>
    </p:spTree>
    <p:extLst>
      <p:ext uri="{BB962C8B-B14F-4D97-AF65-F5344CB8AC3E}">
        <p14:creationId xmlns:p14="http://schemas.microsoft.com/office/powerpoint/2010/main" val="3301458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9" name="Text Placeholder 29"/>
          <p:cNvSpPr>
            <a:spLocks noGrp="1"/>
          </p:cNvSpPr>
          <p:nvPr userDrawn="1">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Agenda</a:t>
            </a:r>
          </a:p>
        </p:txBody>
      </p:sp>
      <p:sp>
        <p:nvSpPr>
          <p:cNvPr id="82" name="Oval 81"/>
          <p:cNvSpPr/>
          <p:nvPr userDrawn="1"/>
        </p:nvSpPr>
        <p:spPr bwMode="auto">
          <a:xfrm>
            <a:off x="1479318" y="1385888"/>
            <a:ext cx="1041400" cy="1039812"/>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83" name="Oval 4"/>
          <p:cNvSpPr/>
          <p:nvPr userDrawn="1"/>
        </p:nvSpPr>
        <p:spPr bwMode="auto">
          <a:xfrm>
            <a:off x="1531724" y="1419163"/>
            <a:ext cx="936591" cy="934635"/>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p>
        </p:txBody>
      </p:sp>
      <p:sp>
        <p:nvSpPr>
          <p:cNvPr id="87" name="Flowchart: Merge 86"/>
          <p:cNvSpPr/>
          <p:nvPr userDrawn="1"/>
        </p:nvSpPr>
        <p:spPr>
          <a:xfrm>
            <a:off x="611907" y="1828292"/>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400" dirty="0">
              <a:solidFill>
                <a:srgbClr val="171717"/>
              </a:solidFill>
            </a:endParaRPr>
          </a:p>
        </p:txBody>
      </p:sp>
      <p:sp>
        <p:nvSpPr>
          <p:cNvPr id="97" name="Oval 96"/>
          <p:cNvSpPr/>
          <p:nvPr userDrawn="1"/>
        </p:nvSpPr>
        <p:spPr bwMode="auto">
          <a:xfrm>
            <a:off x="1479318" y="3881438"/>
            <a:ext cx="1041400" cy="1041400"/>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117" name="Oval 4"/>
          <p:cNvSpPr/>
          <p:nvPr userDrawn="1"/>
        </p:nvSpPr>
        <p:spPr bwMode="auto">
          <a:xfrm>
            <a:off x="1531724" y="3914797"/>
            <a:ext cx="936591" cy="936031"/>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solidFill>
                <a:schemeClr val="bg1"/>
              </a:solidFill>
            </a:endParaRPr>
          </a:p>
        </p:txBody>
      </p:sp>
      <p:sp>
        <p:nvSpPr>
          <p:cNvPr id="119" name="Flowchart: Merge 118"/>
          <p:cNvSpPr/>
          <p:nvPr userDrawn="1"/>
        </p:nvSpPr>
        <p:spPr>
          <a:xfrm>
            <a:off x="611907" y="4324604"/>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rgbClr val="171717"/>
              </a:solidFill>
            </a:endParaRPr>
          </a:p>
        </p:txBody>
      </p:sp>
      <p:sp>
        <p:nvSpPr>
          <p:cNvPr id="121" name="Oval 120"/>
          <p:cNvSpPr/>
          <p:nvPr userDrawn="1"/>
        </p:nvSpPr>
        <p:spPr bwMode="auto">
          <a:xfrm>
            <a:off x="4414607" y="1385887"/>
            <a:ext cx="1041400" cy="1039810"/>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122" name="Oval 4"/>
          <p:cNvSpPr/>
          <p:nvPr userDrawn="1"/>
        </p:nvSpPr>
        <p:spPr bwMode="auto">
          <a:xfrm>
            <a:off x="4467013" y="1419161"/>
            <a:ext cx="936591" cy="934632"/>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p>
        </p:txBody>
      </p:sp>
      <p:sp>
        <p:nvSpPr>
          <p:cNvPr id="124" name="Flowchart: Merge 123"/>
          <p:cNvSpPr/>
          <p:nvPr userDrawn="1"/>
        </p:nvSpPr>
        <p:spPr>
          <a:xfrm>
            <a:off x="3547131" y="1828292"/>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400" dirty="0">
              <a:solidFill>
                <a:srgbClr val="171717"/>
              </a:solidFill>
            </a:endParaRPr>
          </a:p>
        </p:txBody>
      </p:sp>
      <p:sp>
        <p:nvSpPr>
          <p:cNvPr id="126" name="Oval 125"/>
          <p:cNvSpPr/>
          <p:nvPr userDrawn="1"/>
        </p:nvSpPr>
        <p:spPr bwMode="auto">
          <a:xfrm>
            <a:off x="4414606" y="3882060"/>
            <a:ext cx="1041400" cy="1040778"/>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127" name="Oval 4"/>
          <p:cNvSpPr/>
          <p:nvPr userDrawn="1"/>
        </p:nvSpPr>
        <p:spPr bwMode="auto">
          <a:xfrm>
            <a:off x="4467012" y="3915398"/>
            <a:ext cx="936591" cy="935472"/>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solidFill>
                <a:schemeClr val="bg1"/>
              </a:solidFill>
            </a:endParaRPr>
          </a:p>
        </p:txBody>
      </p:sp>
      <p:sp>
        <p:nvSpPr>
          <p:cNvPr id="129" name="Flowchart: Merge 128"/>
          <p:cNvSpPr/>
          <p:nvPr userDrawn="1"/>
        </p:nvSpPr>
        <p:spPr>
          <a:xfrm>
            <a:off x="3547131" y="4324604"/>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rgbClr val="171717"/>
              </a:solidFill>
            </a:endParaRPr>
          </a:p>
        </p:txBody>
      </p:sp>
      <p:sp>
        <p:nvSpPr>
          <p:cNvPr id="131" name="Oval 130"/>
          <p:cNvSpPr/>
          <p:nvPr userDrawn="1"/>
        </p:nvSpPr>
        <p:spPr bwMode="auto">
          <a:xfrm>
            <a:off x="7349893" y="1385888"/>
            <a:ext cx="1041400" cy="1039812"/>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132" name="Oval 4"/>
          <p:cNvSpPr/>
          <p:nvPr userDrawn="1"/>
        </p:nvSpPr>
        <p:spPr bwMode="auto">
          <a:xfrm>
            <a:off x="7402299" y="1419163"/>
            <a:ext cx="936591" cy="934635"/>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p>
        </p:txBody>
      </p:sp>
      <p:sp>
        <p:nvSpPr>
          <p:cNvPr id="134" name="Flowchart: Merge 133"/>
          <p:cNvSpPr/>
          <p:nvPr userDrawn="1"/>
        </p:nvSpPr>
        <p:spPr>
          <a:xfrm>
            <a:off x="6482355" y="1828292"/>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400" dirty="0">
              <a:solidFill>
                <a:srgbClr val="171717"/>
              </a:solidFill>
            </a:endParaRPr>
          </a:p>
        </p:txBody>
      </p:sp>
      <p:sp>
        <p:nvSpPr>
          <p:cNvPr id="153" name="Oval 152"/>
          <p:cNvSpPr/>
          <p:nvPr userDrawn="1"/>
        </p:nvSpPr>
        <p:spPr bwMode="auto">
          <a:xfrm>
            <a:off x="7349893" y="3882060"/>
            <a:ext cx="1041400" cy="1040778"/>
          </a:xfrm>
          <a:prstGeom prst="ellipse">
            <a:avLst/>
          </a:prstGeom>
          <a:gradFill>
            <a:gsLst>
              <a:gs pos="0">
                <a:schemeClr val="bg1"/>
              </a:gs>
              <a:gs pos="100000">
                <a:schemeClr val="accent1"/>
              </a:gs>
            </a:gsLst>
            <a:path path="shape">
              <a:fillToRect l="50000" t="50000" r="50000" b="50000"/>
            </a:path>
          </a:gradFill>
          <a:ln w="2540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4800" dirty="0">
              <a:solidFill>
                <a:schemeClr val="bg1"/>
              </a:solidFill>
            </a:endParaRPr>
          </a:p>
        </p:txBody>
      </p:sp>
      <p:sp>
        <p:nvSpPr>
          <p:cNvPr id="154" name="Oval 4"/>
          <p:cNvSpPr/>
          <p:nvPr userDrawn="1"/>
        </p:nvSpPr>
        <p:spPr bwMode="auto">
          <a:xfrm>
            <a:off x="7402299" y="3915398"/>
            <a:ext cx="936591" cy="935472"/>
          </a:xfrm>
          <a:prstGeom prst="ellipse">
            <a:avLst/>
          </a:prstGeom>
          <a:gradFill>
            <a:gsLst>
              <a:gs pos="6000">
                <a:schemeClr val="bg1"/>
              </a:gs>
              <a:gs pos="61000">
                <a:schemeClr val="accent1"/>
              </a:gs>
            </a:gsLst>
            <a:lin ang="6000000" scaled="0"/>
          </a:gradFill>
          <a:ln w="34925">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4800" dirty="0">
              <a:solidFill>
                <a:schemeClr val="bg1"/>
              </a:solidFill>
            </a:endParaRPr>
          </a:p>
        </p:txBody>
      </p:sp>
      <p:sp>
        <p:nvSpPr>
          <p:cNvPr id="156" name="Flowchart: Merge 155"/>
          <p:cNvSpPr/>
          <p:nvPr userDrawn="1"/>
        </p:nvSpPr>
        <p:spPr>
          <a:xfrm>
            <a:off x="6482355" y="4324604"/>
            <a:ext cx="2935224" cy="1906524"/>
          </a:xfrm>
          <a:prstGeom prst="flowChartMerge">
            <a:avLst/>
          </a:prstGeom>
          <a:solidFill>
            <a:schemeClr val="bg1">
              <a:lumMod val="95000"/>
            </a:schemeClr>
          </a:solidFill>
          <a:ln w="3175">
            <a:noFill/>
          </a:ln>
          <a:effectLst>
            <a:innerShdw blurRad="63500" dist="50800" dir="13500000">
              <a:prstClr val="black">
                <a:alpha val="36000"/>
              </a:prstClr>
            </a:inn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rgbClr val="171717"/>
              </a:solidFill>
            </a:endParaRPr>
          </a:p>
        </p:txBody>
      </p:sp>
      <p:sp>
        <p:nvSpPr>
          <p:cNvPr id="170" name="Text Placeholder 3"/>
          <p:cNvSpPr>
            <a:spLocks noGrp="1"/>
          </p:cNvSpPr>
          <p:nvPr>
            <p:ph type="body" sz="quarter" idx="28" hasCustomPrompt="1"/>
          </p:nvPr>
        </p:nvSpPr>
        <p:spPr>
          <a:xfrm>
            <a:off x="1473274" y="1373918"/>
            <a:ext cx="1020442" cy="454374"/>
          </a:xfrm>
          <a:noFill/>
          <a:ln w="9525">
            <a:noFill/>
            <a:miter lim="800000"/>
            <a:headEnd/>
            <a:tailEnd/>
          </a:ln>
        </p:spPr>
        <p:txBody>
          <a:bodyPr wrap="square" anchor="ctr">
            <a:noAutofit/>
          </a:bodyPr>
          <a:lstStyle>
            <a:lvl1pPr marL="0" indent="0" algn="ctr">
              <a:buNone/>
              <a:defRPr lang="en-US" sz="2800" b="1" dirty="0" smtClean="0">
                <a:solidFill>
                  <a:srgbClr val="243A71"/>
                </a:solidFill>
              </a:defRPr>
            </a:lvl1pPr>
          </a:lstStyle>
          <a:p>
            <a:pPr marL="0" lvl="0" algn="ctr" defTabSz="609493"/>
            <a:r>
              <a:rPr lang="en-US" dirty="0"/>
              <a:t>1</a:t>
            </a:r>
          </a:p>
        </p:txBody>
      </p:sp>
      <p:sp>
        <p:nvSpPr>
          <p:cNvPr id="171" name="Text Placeholder 3"/>
          <p:cNvSpPr>
            <a:spLocks noGrp="1"/>
          </p:cNvSpPr>
          <p:nvPr>
            <p:ph type="body" sz="quarter" idx="29" hasCustomPrompt="1"/>
          </p:nvPr>
        </p:nvSpPr>
        <p:spPr>
          <a:xfrm>
            <a:off x="4414606" y="1373918"/>
            <a:ext cx="1020442" cy="454374"/>
          </a:xfrm>
          <a:noFill/>
          <a:ln w="9525">
            <a:noFill/>
            <a:miter lim="800000"/>
            <a:headEnd/>
            <a:tailEnd/>
          </a:ln>
        </p:spPr>
        <p:txBody>
          <a:bodyPr wrap="square" anchor="ctr">
            <a:noAutofit/>
          </a:bodyPr>
          <a:lstStyle>
            <a:lvl1pPr marL="0" indent="0" algn="ctr">
              <a:buNone/>
              <a:defRPr lang="en-US" sz="2800" b="1" dirty="0" smtClean="0">
                <a:solidFill>
                  <a:schemeClr val="accent3"/>
                </a:solidFill>
              </a:defRPr>
            </a:lvl1pPr>
          </a:lstStyle>
          <a:p>
            <a:pPr marL="0" lvl="0" algn="ctr" defTabSz="609493"/>
            <a:r>
              <a:rPr lang="en-US" dirty="0"/>
              <a:t>2</a:t>
            </a:r>
          </a:p>
        </p:txBody>
      </p:sp>
      <p:sp>
        <p:nvSpPr>
          <p:cNvPr id="172" name="Text Placeholder 3"/>
          <p:cNvSpPr>
            <a:spLocks noGrp="1"/>
          </p:cNvSpPr>
          <p:nvPr>
            <p:ph type="body" sz="quarter" idx="30" hasCustomPrompt="1"/>
          </p:nvPr>
        </p:nvSpPr>
        <p:spPr>
          <a:xfrm>
            <a:off x="7370851" y="1373918"/>
            <a:ext cx="1020442" cy="454374"/>
          </a:xfrm>
          <a:noFill/>
          <a:ln w="9525">
            <a:noFill/>
            <a:miter lim="800000"/>
            <a:headEnd/>
            <a:tailEnd/>
          </a:ln>
        </p:spPr>
        <p:txBody>
          <a:bodyPr wrap="square" anchor="ctr">
            <a:noAutofit/>
          </a:bodyPr>
          <a:lstStyle>
            <a:lvl1pPr marL="0" indent="0" algn="ctr">
              <a:buNone/>
              <a:defRPr lang="en-US" sz="2800" b="1" dirty="0" smtClean="0">
                <a:solidFill>
                  <a:schemeClr val="accent3"/>
                </a:solidFill>
              </a:defRPr>
            </a:lvl1pPr>
          </a:lstStyle>
          <a:p>
            <a:pPr marL="0" lvl="0" algn="ctr" defTabSz="609493"/>
            <a:r>
              <a:rPr lang="en-US" dirty="0"/>
              <a:t>3</a:t>
            </a:r>
          </a:p>
        </p:txBody>
      </p:sp>
      <p:sp>
        <p:nvSpPr>
          <p:cNvPr id="173" name="Text Placeholder 3"/>
          <p:cNvSpPr>
            <a:spLocks noGrp="1"/>
          </p:cNvSpPr>
          <p:nvPr>
            <p:ph type="body" sz="quarter" idx="31" hasCustomPrompt="1"/>
          </p:nvPr>
        </p:nvSpPr>
        <p:spPr>
          <a:xfrm>
            <a:off x="1473274" y="3881438"/>
            <a:ext cx="1020442" cy="454374"/>
          </a:xfrm>
          <a:noFill/>
          <a:ln w="9525">
            <a:noFill/>
            <a:miter lim="800000"/>
            <a:headEnd/>
            <a:tailEnd/>
          </a:ln>
        </p:spPr>
        <p:txBody>
          <a:bodyPr wrap="square" anchor="ctr">
            <a:noAutofit/>
          </a:bodyPr>
          <a:lstStyle>
            <a:lvl1pPr marL="0" indent="0" algn="ctr">
              <a:buNone/>
              <a:defRPr lang="en-US" sz="2800" b="1" dirty="0" smtClean="0">
                <a:solidFill>
                  <a:schemeClr val="accent3"/>
                </a:solidFill>
              </a:defRPr>
            </a:lvl1pPr>
          </a:lstStyle>
          <a:p>
            <a:pPr marL="0" lvl="0" algn="ctr" defTabSz="609493"/>
            <a:r>
              <a:rPr lang="en-US" dirty="0"/>
              <a:t>4</a:t>
            </a:r>
          </a:p>
        </p:txBody>
      </p:sp>
      <p:sp>
        <p:nvSpPr>
          <p:cNvPr id="174" name="Text Placeholder 3"/>
          <p:cNvSpPr>
            <a:spLocks noGrp="1"/>
          </p:cNvSpPr>
          <p:nvPr>
            <p:ph type="body" sz="quarter" idx="32" hasCustomPrompt="1"/>
          </p:nvPr>
        </p:nvSpPr>
        <p:spPr>
          <a:xfrm>
            <a:off x="4414606" y="3881438"/>
            <a:ext cx="1020442" cy="454374"/>
          </a:xfrm>
          <a:noFill/>
          <a:ln w="9525">
            <a:noFill/>
            <a:miter lim="800000"/>
            <a:headEnd/>
            <a:tailEnd/>
          </a:ln>
        </p:spPr>
        <p:txBody>
          <a:bodyPr wrap="square" anchor="ctr">
            <a:noAutofit/>
          </a:bodyPr>
          <a:lstStyle>
            <a:lvl1pPr marL="0" indent="0" algn="ctr">
              <a:buNone/>
              <a:defRPr lang="en-US" sz="2800" b="1" dirty="0" smtClean="0">
                <a:solidFill>
                  <a:schemeClr val="accent3"/>
                </a:solidFill>
              </a:defRPr>
            </a:lvl1pPr>
          </a:lstStyle>
          <a:p>
            <a:pPr marL="0" lvl="0" algn="ctr" defTabSz="609493"/>
            <a:r>
              <a:rPr lang="en-US" dirty="0"/>
              <a:t>5</a:t>
            </a:r>
          </a:p>
        </p:txBody>
      </p:sp>
      <p:sp>
        <p:nvSpPr>
          <p:cNvPr id="175" name="Text Placeholder 3"/>
          <p:cNvSpPr>
            <a:spLocks noGrp="1"/>
          </p:cNvSpPr>
          <p:nvPr>
            <p:ph type="body" sz="quarter" idx="33" hasCustomPrompt="1"/>
          </p:nvPr>
        </p:nvSpPr>
        <p:spPr>
          <a:xfrm>
            <a:off x="7370851" y="3881438"/>
            <a:ext cx="1020442" cy="454374"/>
          </a:xfrm>
          <a:noFill/>
          <a:ln w="9525">
            <a:noFill/>
            <a:miter lim="800000"/>
            <a:headEnd/>
            <a:tailEnd/>
          </a:ln>
        </p:spPr>
        <p:txBody>
          <a:bodyPr wrap="square" anchor="ctr">
            <a:noAutofit/>
          </a:bodyPr>
          <a:lstStyle>
            <a:lvl1pPr marL="0" indent="0" algn="ctr">
              <a:buNone/>
              <a:defRPr lang="en-US" sz="2800" b="1" dirty="0" smtClean="0">
                <a:solidFill>
                  <a:schemeClr val="accent3"/>
                </a:solidFill>
              </a:defRPr>
            </a:lvl1pPr>
          </a:lstStyle>
          <a:p>
            <a:pPr marL="0" lvl="0" algn="ctr" defTabSz="609493"/>
            <a:r>
              <a:rPr lang="en-US" dirty="0"/>
              <a:t>6</a:t>
            </a:r>
          </a:p>
        </p:txBody>
      </p:sp>
      <p:sp>
        <p:nvSpPr>
          <p:cNvPr id="176" name="Text Placeholder 3"/>
          <p:cNvSpPr>
            <a:spLocks noGrp="1"/>
          </p:cNvSpPr>
          <p:nvPr>
            <p:ph type="body" sz="quarter" idx="12" hasCustomPrompt="1"/>
          </p:nvPr>
        </p:nvSpPr>
        <p:spPr>
          <a:xfrm>
            <a:off x="1332050" y="1995365"/>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177" name="Text Placeholder 3"/>
          <p:cNvSpPr>
            <a:spLocks noGrp="1"/>
          </p:cNvSpPr>
          <p:nvPr>
            <p:ph type="body" sz="quarter" idx="34" hasCustomPrompt="1"/>
          </p:nvPr>
        </p:nvSpPr>
        <p:spPr>
          <a:xfrm>
            <a:off x="4261862" y="1995365"/>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180" name="Text Placeholder 3"/>
          <p:cNvSpPr>
            <a:spLocks noGrp="1"/>
          </p:cNvSpPr>
          <p:nvPr>
            <p:ph type="body" sz="quarter" idx="35" hasCustomPrompt="1"/>
          </p:nvPr>
        </p:nvSpPr>
        <p:spPr>
          <a:xfrm>
            <a:off x="7182343" y="1995365"/>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181" name="Text Placeholder 3"/>
          <p:cNvSpPr>
            <a:spLocks noGrp="1"/>
          </p:cNvSpPr>
          <p:nvPr>
            <p:ph type="body" sz="quarter" idx="36" hasCustomPrompt="1"/>
          </p:nvPr>
        </p:nvSpPr>
        <p:spPr>
          <a:xfrm>
            <a:off x="1332050" y="4523961"/>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182" name="Text Placeholder 3"/>
          <p:cNvSpPr>
            <a:spLocks noGrp="1"/>
          </p:cNvSpPr>
          <p:nvPr>
            <p:ph type="body" sz="quarter" idx="37" hasCustomPrompt="1"/>
          </p:nvPr>
        </p:nvSpPr>
        <p:spPr>
          <a:xfrm>
            <a:off x="4261862" y="4523961"/>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183" name="Text Placeholder 3"/>
          <p:cNvSpPr>
            <a:spLocks noGrp="1"/>
          </p:cNvSpPr>
          <p:nvPr>
            <p:ph type="body" sz="quarter" idx="38" hasCustomPrompt="1"/>
          </p:nvPr>
        </p:nvSpPr>
        <p:spPr>
          <a:xfrm>
            <a:off x="7182343" y="4523961"/>
            <a:ext cx="1494939" cy="981099"/>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b="0">
                <a:solidFill>
                  <a:schemeClr val="tx1"/>
                </a:solidFill>
              </a:defRPr>
            </a:lvl1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Tree>
    <p:extLst>
      <p:ext uri="{BB962C8B-B14F-4D97-AF65-F5344CB8AC3E}">
        <p14:creationId xmlns:p14="http://schemas.microsoft.com/office/powerpoint/2010/main" val="2220742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eperate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 y="-11449"/>
            <a:ext cx="8254011" cy="4642881"/>
          </a:xfrm>
          <a:prstGeom prst="rect">
            <a:avLst/>
          </a:prstGeom>
        </p:spPr>
      </p:pic>
      <p:sp>
        <p:nvSpPr>
          <p:cNvPr id="5" name="Rectangle 4"/>
          <p:cNvSpPr/>
          <p:nvPr userDrawn="1"/>
        </p:nvSpPr>
        <p:spPr>
          <a:xfrm>
            <a:off x="5486400" y="514350"/>
            <a:ext cx="4951413" cy="10287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hasCustomPrompt="1"/>
          </p:nvPr>
        </p:nvSpPr>
        <p:spPr>
          <a:xfrm>
            <a:off x="2570162" y="3425825"/>
            <a:ext cx="8764587" cy="639761"/>
          </a:xfrm>
        </p:spPr>
        <p:txBody>
          <a:bodyPr/>
          <a:lstStyle>
            <a:lvl1pPr algn="l">
              <a:defRPr>
                <a:solidFill>
                  <a:srgbClr val="243A71"/>
                </a:solidFill>
              </a:defRPr>
            </a:lvl1pPr>
          </a:lstStyle>
          <a:p>
            <a:pPr lvl="0"/>
            <a:r>
              <a:rPr lang="en-US" dirty="0"/>
              <a:t>Click to add text</a:t>
            </a:r>
            <a:endParaRPr lang="en-IN" dirty="0"/>
          </a:p>
        </p:txBody>
      </p:sp>
      <p:sp>
        <p:nvSpPr>
          <p:cNvPr id="4" name="Text Placeholder 4"/>
          <p:cNvSpPr>
            <a:spLocks noGrp="1"/>
          </p:cNvSpPr>
          <p:nvPr>
            <p:ph type="body" sz="quarter" idx="11" hasCustomPrompt="1"/>
          </p:nvPr>
        </p:nvSpPr>
        <p:spPr>
          <a:xfrm>
            <a:off x="2570162" y="4202110"/>
            <a:ext cx="8764587" cy="508000"/>
          </a:xfrm>
          <a:solidFill>
            <a:schemeClr val="bg1"/>
          </a:solidFill>
        </p:spPr>
        <p:txBody>
          <a:bodyPr anchor="ctr">
            <a:normAutofit/>
          </a:bodyPr>
          <a:lstStyle>
            <a:lvl1pPr marL="0" indent="0" algn="l">
              <a:buNone/>
              <a:defRPr sz="2400" b="0" baseline="0">
                <a:solidFill>
                  <a:schemeClr val="accent1"/>
                </a:solidFill>
                <a:latin typeface="+mn-lt"/>
              </a:defRPr>
            </a:lvl1pPr>
          </a:lstStyle>
          <a:p>
            <a:pPr lvl="0"/>
            <a:r>
              <a:rPr lang="en-US" dirty="0"/>
              <a:t>Enter subtitle here</a:t>
            </a:r>
            <a:endParaRPr lang="en-IN" dirty="0"/>
          </a:p>
        </p:txBody>
      </p:sp>
    </p:spTree>
    <p:extLst>
      <p:ext uri="{BB962C8B-B14F-4D97-AF65-F5344CB8AC3E}">
        <p14:creationId xmlns:p14="http://schemas.microsoft.com/office/powerpoint/2010/main" val="404968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mod="1">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0" name="Text Placeholder 29"/>
          <p:cNvSpPr>
            <a:spLocks noGrp="1"/>
          </p:cNvSpPr>
          <p:nvPr>
            <p:ph type="body" sz="quarter" idx="10" hasCustomPrompt="1"/>
          </p:nvPr>
        </p:nvSpPr>
        <p:spPr>
          <a:xfrm>
            <a:off x="455612" y="277284"/>
            <a:ext cx="9974263" cy="582083"/>
          </a:xfrm>
          <a:prstGeom prst="rect">
            <a:avLst/>
          </a:prstGeom>
        </p:spPr>
        <p:txBody>
          <a:bodyPr anchor="ctr">
            <a:normAutofit/>
          </a:bodyPr>
          <a:lstStyle>
            <a:lvl1pPr marL="0" indent="0">
              <a:buNone/>
              <a:defRPr sz="2800" b="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endParaRPr lang="en-IN" dirty="0"/>
          </a:p>
        </p:txBody>
      </p:sp>
    </p:spTree>
    <p:extLst>
      <p:ext uri="{BB962C8B-B14F-4D97-AF65-F5344CB8AC3E}">
        <p14:creationId xmlns:p14="http://schemas.microsoft.com/office/powerpoint/2010/main" val="20602646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30" name="Text Placeholder 29"/>
          <p:cNvSpPr>
            <a:spLocks noGrp="1"/>
          </p:cNvSpPr>
          <p:nvPr>
            <p:ph type="body" sz="quarter" idx="10"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endParaRPr lang="en-IN" dirty="0"/>
          </a:p>
        </p:txBody>
      </p:sp>
      <p:sp>
        <p:nvSpPr>
          <p:cNvPr id="3" name="Text Placeholder 2"/>
          <p:cNvSpPr>
            <a:spLocks noGrp="1"/>
          </p:cNvSpPr>
          <p:nvPr>
            <p:ph idx="1" hasCustomPrompt="1"/>
          </p:nvPr>
        </p:nvSpPr>
        <p:spPr>
          <a:xfrm>
            <a:off x="464520" y="1206499"/>
            <a:ext cx="9971267" cy="5146675"/>
          </a:xfrm>
          <a:prstGeom prst="rect">
            <a:avLst/>
          </a:prstGeom>
        </p:spPr>
        <p:txBody>
          <a:bodyPr vert="horz" lIns="91440" tIns="45720" rIns="91440" bIns="45720" rtlCol="0">
            <a:normAutofit/>
          </a:bodyPr>
          <a:lstStyle>
            <a:lvl2pPr marL="990352" indent="-380905">
              <a:buFont typeface="Arial" panose="020B0604020202020204" pitchFamily="34" charset="0"/>
              <a:buChar char="-"/>
              <a:defRPr/>
            </a:lvl2pPr>
            <a:lvl3pPr marL="1523619" indent="-304724">
              <a:buFont typeface="Arial" panose="020B0604020202020204" pitchFamily="34" charset="0"/>
              <a:buChar char="•"/>
              <a:defRPr/>
            </a:lvl3pPr>
            <a:lvl4pPr marL="2133067" indent="-304724">
              <a:buFont typeface="Arial" panose="020B0604020202020204" pitchFamily="34" charset="0"/>
              <a:buChar char="•"/>
              <a:defRPr/>
            </a:lvl4pPr>
            <a:lvl5pPr marL="2742514" indent="-304724">
              <a:buFont typeface="Arial" panose="020B0604020202020204" pitchFamily="34" charset="0"/>
              <a:buChar cha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31310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p:cNvSpPr/>
          <p:nvPr userDrawn="1"/>
        </p:nvSpPr>
        <p:spPr>
          <a:xfrm>
            <a:off x="0" y="0"/>
            <a:ext cx="12188825" cy="67987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0992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276226"/>
            <a:ext cx="9972675" cy="625475"/>
          </a:xfrm>
          <a:prstGeom prst="rect">
            <a:avLst/>
          </a:prstGeom>
        </p:spPr>
        <p:txBody>
          <a:bodyPr/>
          <a:lstStyle>
            <a:lvl1pPr marL="0" indent="0" algn="l">
              <a:buFont typeface="Arial" panose="020B0604020202020204" pitchFamily="34" charset="0"/>
              <a:buNone/>
              <a:defRPr/>
            </a:lvl1pPr>
          </a:lstStyle>
          <a:p>
            <a:r>
              <a:rPr lang="en-US" dirty="0"/>
              <a:t>Enter Title Here</a:t>
            </a:r>
            <a:endParaRPr lang="en-IN" dirty="0"/>
          </a:p>
        </p:txBody>
      </p:sp>
      <p:sp>
        <p:nvSpPr>
          <p:cNvPr id="3" name="Content Placeholder 2"/>
          <p:cNvSpPr>
            <a:spLocks noGrp="1"/>
          </p:cNvSpPr>
          <p:nvPr>
            <p:ph sz="half" idx="1" hasCustomPrompt="1"/>
          </p:nvPr>
        </p:nvSpPr>
        <p:spPr>
          <a:xfrm>
            <a:off x="465137" y="1460500"/>
            <a:ext cx="4709160" cy="4351338"/>
          </a:xfrm>
          <a:prstGeom prst="rect">
            <a:avLst/>
          </a:prstGeom>
        </p:spPr>
        <p:txBody>
          <a:bodyPr>
            <a:normAutofit/>
          </a:bodyPr>
          <a:lstStyle>
            <a:lvl1pPr>
              <a:defRPr sz="1999"/>
            </a:lvl1pPr>
            <a:lvl2pPr marL="990352" indent="-380905">
              <a:buFont typeface="Arial" panose="020B0604020202020204" pitchFamily="34" charset="0"/>
              <a:buChar char="-"/>
              <a:defRPr sz="1799"/>
            </a:lvl2pPr>
            <a:lvl3pPr marL="1523619" indent="-304724">
              <a:buFont typeface="Arial" panose="020B0604020202020204" pitchFamily="34" charset="0"/>
              <a:buChar char="•"/>
              <a:defRPr sz="1600"/>
            </a:lvl3pPr>
            <a:lvl4pPr marL="2114093" indent="-285750">
              <a:buFont typeface="Arial" panose="020B0604020202020204" pitchFamily="34" charset="0"/>
              <a:buChar char="•"/>
              <a:defRPr sz="1400"/>
            </a:lvl4pPr>
            <a:lvl5pPr marL="2742514" indent="-304724">
              <a:buFont typeface="Arial" panose="020B0604020202020204" pitchFamily="34" charset="0"/>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hasCustomPrompt="1"/>
          </p:nvPr>
        </p:nvSpPr>
        <p:spPr>
          <a:xfrm>
            <a:off x="5714825" y="1460500"/>
            <a:ext cx="4709160" cy="4351338"/>
          </a:xfrm>
          <a:prstGeom prst="rect">
            <a:avLst/>
          </a:prstGeom>
        </p:spPr>
        <p:txBody>
          <a:bodyPr>
            <a:normAutofit/>
          </a:bodyPr>
          <a:lstStyle>
            <a:lvl1pPr>
              <a:defRPr sz="1999"/>
            </a:lvl1pPr>
            <a:lvl2pPr marL="990352" indent="-380905">
              <a:buFont typeface="Arial" panose="020B0604020202020204" pitchFamily="34" charset="0"/>
              <a:buChar char="-"/>
              <a:defRPr sz="1799"/>
            </a:lvl2pPr>
            <a:lvl3pPr marL="1523619" indent="-304724">
              <a:buFont typeface="Arial" panose="020B0604020202020204" pitchFamily="34" charset="0"/>
              <a:buChar char="•"/>
              <a:defRPr sz="1600"/>
            </a:lvl3pPr>
            <a:lvl4pPr marL="2133067" indent="-304724">
              <a:buFont typeface="Arial" panose="020B0604020202020204" pitchFamily="34" charset="0"/>
              <a:buChar char="•"/>
              <a:defRPr sz="1400"/>
            </a:lvl4pPr>
            <a:lvl5pPr marL="2742514" indent="-304724">
              <a:buFont typeface="Arial" panose="020B0604020202020204" pitchFamily="34" charset="0"/>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2974547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Layout 3">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65137"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Enter subtitle here</a:t>
            </a:r>
          </a:p>
        </p:txBody>
      </p:sp>
      <p:sp>
        <p:nvSpPr>
          <p:cNvPr id="4" name="Content Placeholder 3"/>
          <p:cNvSpPr>
            <a:spLocks noGrp="1"/>
          </p:cNvSpPr>
          <p:nvPr>
            <p:ph sz="half" idx="2" hasCustomPrompt="1"/>
          </p:nvPr>
        </p:nvSpPr>
        <p:spPr>
          <a:xfrm>
            <a:off x="465137" y="2438400"/>
            <a:ext cx="4709160" cy="3484563"/>
          </a:xfrm>
          <a:prstGeom prst="rect">
            <a:avLst/>
          </a:prstGeom>
        </p:spPr>
        <p:txBody>
          <a:bodyPr>
            <a:normAutofit/>
          </a:bodyPr>
          <a:lstStyle>
            <a:lvl1pPr>
              <a:defRPr sz="1999"/>
            </a:lvl1pPr>
            <a:lvl2pPr marL="990352" indent="-380905">
              <a:buFont typeface="Arial" panose="020B0604020202020204" pitchFamily="34" charset="0"/>
              <a:buChar char="-"/>
              <a:defRPr sz="1799"/>
            </a:lvl2pPr>
            <a:lvl3pPr marL="1523619" indent="-304724">
              <a:buFont typeface="Arial" panose="020B0604020202020204" pitchFamily="34" charset="0"/>
              <a:buChar char="•"/>
              <a:defRPr sz="1600"/>
            </a:lvl3pPr>
            <a:lvl4pPr marL="2133067" indent="-304724">
              <a:buFont typeface="Arial" panose="020B0604020202020204" pitchFamily="34" charset="0"/>
              <a:buChar char="•"/>
              <a:defRPr sz="1400"/>
            </a:lvl4pPr>
            <a:lvl5pPr marL="2742514" indent="-304724">
              <a:buFont typeface="Arial" panose="020B0604020202020204" pitchFamily="34" charset="0"/>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hasCustomPrompt="1"/>
          </p:nvPr>
        </p:nvSpPr>
        <p:spPr>
          <a:xfrm>
            <a:off x="5728653"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Enter subtitle here</a:t>
            </a:r>
          </a:p>
        </p:txBody>
      </p:sp>
      <p:sp>
        <p:nvSpPr>
          <p:cNvPr id="6" name="Content Placeholder 5"/>
          <p:cNvSpPr>
            <a:spLocks noGrp="1"/>
          </p:cNvSpPr>
          <p:nvPr>
            <p:ph sz="quarter" idx="4" hasCustomPrompt="1"/>
          </p:nvPr>
        </p:nvSpPr>
        <p:spPr>
          <a:xfrm>
            <a:off x="5728653" y="2438400"/>
            <a:ext cx="4709160" cy="3484563"/>
          </a:xfrm>
          <a:prstGeom prst="rect">
            <a:avLst/>
          </a:prstGeom>
        </p:spPr>
        <p:txBody>
          <a:bodyPr>
            <a:normAutofit/>
          </a:bodyPr>
          <a:lstStyle>
            <a:lvl1pPr>
              <a:defRPr sz="1999"/>
            </a:lvl1pPr>
            <a:lvl2pPr marL="990352" indent="-380905">
              <a:buFont typeface="Arial" panose="020B0604020202020204" pitchFamily="34" charset="0"/>
              <a:buChar char="-"/>
              <a:defRPr sz="1799"/>
            </a:lvl2pPr>
            <a:lvl3pPr marL="1523619" indent="-304724">
              <a:buFont typeface="Arial" panose="020B0604020202020204" pitchFamily="34" charset="0"/>
              <a:buChar char="•"/>
              <a:defRPr sz="1600"/>
            </a:lvl3pPr>
            <a:lvl4pPr marL="2133067" indent="-304724">
              <a:buFont typeface="Arial" panose="020B0604020202020204" pitchFamily="34" charset="0"/>
              <a:buChar char="•"/>
              <a:defRPr sz="1400"/>
            </a:lvl4pPr>
            <a:lvl5pPr marL="2742514" indent="-304724">
              <a:buFont typeface="Arial" panose="020B0604020202020204" pitchFamily="34" charset="0"/>
              <a:buChar cha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itle 1"/>
          <p:cNvSpPr>
            <a:spLocks noGrp="1"/>
          </p:cNvSpPr>
          <p:nvPr>
            <p:ph type="title" hasCustomPrompt="1"/>
          </p:nvPr>
        </p:nvSpPr>
        <p:spPr>
          <a:xfrm>
            <a:off x="465138" y="273051"/>
            <a:ext cx="9958847" cy="625475"/>
          </a:xfrm>
          <a:prstGeom prst="rect">
            <a:avLst/>
          </a:prstGeom>
        </p:spPr>
        <p:txBody>
          <a:bodyPr/>
          <a:lstStyle>
            <a:lvl1pPr marL="0" indent="0" algn="l">
              <a:buFont typeface="Arial" panose="020B0604020202020204" pitchFamily="34" charset="0"/>
              <a:buNone/>
              <a:defRPr/>
            </a:lvl1pPr>
          </a:lstStyle>
          <a:p>
            <a:r>
              <a:rPr lang="en-US" dirty="0"/>
              <a:t>Enter Title Here</a:t>
            </a:r>
            <a:endParaRPr lang="en-IN" dirty="0"/>
          </a:p>
        </p:txBody>
      </p:sp>
    </p:spTree>
    <p:extLst>
      <p:ext uri="{BB962C8B-B14F-4D97-AF65-F5344CB8AC3E}">
        <p14:creationId xmlns:p14="http://schemas.microsoft.com/office/powerpoint/2010/main" val="2377881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Layout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1384300"/>
            <a:ext cx="4153286" cy="1600200"/>
          </a:xfrm>
          <a:prstGeom prst="rect">
            <a:avLst/>
          </a:prstGeom>
        </p:spPr>
        <p:txBody>
          <a:bodyPr anchor="b">
            <a:normAutofit/>
          </a:bodyPr>
          <a:lstStyle>
            <a:lvl1pPr algn="l">
              <a:defRPr sz="2800"/>
            </a:lvl1pPr>
          </a:lstStyle>
          <a:p>
            <a:r>
              <a:rPr lang="en-US" dirty="0"/>
              <a:t>Enter subtitle here</a:t>
            </a:r>
            <a:endParaRPr lang="en-IN" dirty="0"/>
          </a:p>
        </p:txBody>
      </p:sp>
      <p:sp>
        <p:nvSpPr>
          <p:cNvPr id="3" name="Content Placeholder 2"/>
          <p:cNvSpPr>
            <a:spLocks noGrp="1"/>
          </p:cNvSpPr>
          <p:nvPr>
            <p:ph idx="1" hasCustomPrompt="1"/>
          </p:nvPr>
        </p:nvSpPr>
        <p:spPr>
          <a:xfrm>
            <a:off x="5172075" y="1384300"/>
            <a:ext cx="5265738" cy="4565650"/>
          </a:xfrm>
          <a:prstGeom prst="rect">
            <a:avLst/>
          </a:prstGeom>
        </p:spPr>
        <p:txBody>
          <a:bodyPr>
            <a:normAutofit/>
          </a:bodyPr>
          <a:lstStyle>
            <a:lvl1pPr>
              <a:defRPr sz="2000"/>
            </a:lvl1pPr>
            <a:lvl2pPr marL="990352" indent="-380905">
              <a:buFont typeface="Arial" panose="020B0604020202020204" pitchFamily="34" charset="0"/>
              <a:buChar char="-"/>
              <a:defRPr sz="1800"/>
            </a:lvl2pPr>
            <a:lvl3pPr marL="1523619" indent="-304724">
              <a:buFont typeface="Arial" panose="020B0604020202020204" pitchFamily="34" charset="0"/>
              <a:buChar char="•"/>
              <a:defRPr sz="1600"/>
            </a:lvl3pPr>
            <a:lvl4pPr marL="2133067" indent="-304724">
              <a:buFont typeface="Arial" panose="020B0604020202020204" pitchFamily="34" charset="0"/>
              <a:buChar char="•"/>
              <a:defRPr sz="1400"/>
            </a:lvl4pPr>
            <a:lvl5pPr marL="2742514" indent="-304724">
              <a:buFont typeface="Arial" panose="020B0604020202020204" pitchFamily="34" charset="0"/>
              <a:buChar char="•"/>
              <a:defRPr sz="1400"/>
            </a:lvl5pPr>
            <a:lvl6pPr>
              <a:defRPr sz="1999"/>
            </a:lvl6pPr>
            <a:lvl7pPr>
              <a:defRPr sz="1999"/>
            </a:lvl7pPr>
            <a:lvl8pPr>
              <a:defRPr sz="1999"/>
            </a:lvl8pPr>
            <a:lvl9pPr>
              <a:defRPr sz="1999"/>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hasCustomPrompt="1"/>
          </p:nvPr>
        </p:nvSpPr>
        <p:spPr>
          <a:xfrm>
            <a:off x="455613" y="3149600"/>
            <a:ext cx="4153286" cy="2808288"/>
          </a:xfrm>
          <a:prstGeom prst="rect">
            <a:avLst/>
          </a:prstGeo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add text</a:t>
            </a:r>
          </a:p>
        </p:txBody>
      </p:sp>
      <p:sp>
        <p:nvSpPr>
          <p:cNvPr id="13" name="Text Placeholder 12"/>
          <p:cNvSpPr>
            <a:spLocks noGrp="1"/>
          </p:cNvSpPr>
          <p:nvPr>
            <p:ph type="body" sz="quarter" idx="10" hasCustomPrompt="1"/>
          </p:nvPr>
        </p:nvSpPr>
        <p:spPr>
          <a:xfrm>
            <a:off x="455614" y="266700"/>
            <a:ext cx="9982200" cy="609600"/>
          </a:xfrm>
        </p:spPr>
        <p:txBody>
          <a:bodyPr vert="horz" lIns="91440" tIns="45720" rIns="91440" bIns="45720" rtlCol="0" anchor="ctr">
            <a:normAutofit/>
          </a:bodyPr>
          <a:lstStyle>
            <a:lvl1pPr marL="0" indent="0">
              <a:buNone/>
              <a:defRPr lang="en-IN" sz="2800" dirty="0">
                <a:solidFill>
                  <a:schemeClr val="accent3"/>
                </a:solidFill>
                <a:latin typeface="Arial" panose="020B0604020202020204" pitchFamily="34" charset="0"/>
                <a:ea typeface="+mj-ea"/>
                <a:cs typeface="Arial" panose="020B0604020202020204" pitchFamily="34" charset="0"/>
              </a:defRPr>
            </a:lvl1pPr>
          </a:lstStyle>
          <a:p>
            <a:pPr lvl="0">
              <a:lnSpc>
                <a:spcPct val="90000"/>
              </a:lnSpc>
              <a:spcBef>
                <a:spcPct val="0"/>
              </a:spcBef>
            </a:pPr>
            <a:r>
              <a:rPr lang="en-US" dirty="0"/>
              <a:t>Enter Title Here</a:t>
            </a:r>
            <a:endParaRPr lang="en-IN" dirty="0"/>
          </a:p>
        </p:txBody>
      </p:sp>
    </p:spTree>
    <p:extLst>
      <p:ext uri="{BB962C8B-B14F-4D97-AF65-F5344CB8AC3E}">
        <p14:creationId xmlns:p14="http://schemas.microsoft.com/office/powerpoint/2010/main" val="137541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mod="1">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er Quotes Layout 1">
    <p:spTree>
      <p:nvGrpSpPr>
        <p:cNvPr id="1" name=""/>
        <p:cNvGrpSpPr/>
        <p:nvPr/>
      </p:nvGrpSpPr>
      <p:grpSpPr>
        <a:xfrm>
          <a:off x="0" y="0"/>
          <a:ext cx="0" cy="0"/>
          <a:chOff x="0" y="0"/>
          <a:chExt cx="0" cy="0"/>
        </a:xfrm>
      </p:grpSpPr>
      <p:sp>
        <p:nvSpPr>
          <p:cNvPr id="30" name="Text Placeholder 29"/>
          <p:cNvSpPr>
            <a:spLocks noGrp="1"/>
          </p:cNvSpPr>
          <p:nvPr>
            <p:ph type="body" sz="quarter" idx="10"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endParaRPr lang="en-IN" dirty="0"/>
          </a:p>
        </p:txBody>
      </p:sp>
      <p:sp>
        <p:nvSpPr>
          <p:cNvPr id="17" name="Right Triangle 16"/>
          <p:cNvSpPr/>
          <p:nvPr/>
        </p:nvSpPr>
        <p:spPr>
          <a:xfrm>
            <a:off x="0" y="1928226"/>
            <a:ext cx="4524333" cy="4524332"/>
          </a:xfrm>
          <a:prstGeom prst="rtTriangle">
            <a:avLst/>
          </a:prstGeom>
          <a:solidFill>
            <a:srgbClr val="243A7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18" name="Right Triangle 17"/>
          <p:cNvSpPr/>
          <p:nvPr/>
        </p:nvSpPr>
        <p:spPr>
          <a:xfrm>
            <a:off x="1094267" y="2666091"/>
            <a:ext cx="3786618" cy="3786617"/>
          </a:xfrm>
          <a:prstGeom prst="rtTriangl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19" name="Right Triangle 18"/>
          <p:cNvSpPr/>
          <p:nvPr/>
        </p:nvSpPr>
        <p:spPr>
          <a:xfrm>
            <a:off x="0" y="2179511"/>
            <a:ext cx="4273048" cy="4273048"/>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26" name="Freeform 5"/>
          <p:cNvSpPr>
            <a:spLocks/>
          </p:cNvSpPr>
          <p:nvPr userDrawn="1"/>
        </p:nvSpPr>
        <p:spPr bwMode="auto">
          <a:xfrm>
            <a:off x="963612" y="2329275"/>
            <a:ext cx="2995513" cy="2993464"/>
          </a:xfrm>
          <a:custGeom>
            <a:avLst/>
            <a:gdLst>
              <a:gd name="T0" fmla="*/ 0 w 17548"/>
              <a:gd name="T1" fmla="*/ 8768 h 17536"/>
              <a:gd name="T2" fmla="*/ 8774 w 17548"/>
              <a:gd name="T3" fmla="*/ 0 h 17536"/>
              <a:gd name="T4" fmla="*/ 17548 w 17548"/>
              <a:gd name="T5" fmla="*/ 8768 h 17536"/>
              <a:gd name="T6" fmla="*/ 8774 w 17548"/>
              <a:gd name="T7" fmla="*/ 17536 h 17536"/>
              <a:gd name="T8" fmla="*/ 0 w 17548"/>
              <a:gd name="T9" fmla="*/ 8768 h 17536"/>
            </a:gdLst>
            <a:ahLst/>
            <a:cxnLst>
              <a:cxn ang="0">
                <a:pos x="T0" y="T1"/>
              </a:cxn>
              <a:cxn ang="0">
                <a:pos x="T2" y="T3"/>
              </a:cxn>
              <a:cxn ang="0">
                <a:pos x="T4" y="T5"/>
              </a:cxn>
              <a:cxn ang="0">
                <a:pos x="T6" y="T7"/>
              </a:cxn>
              <a:cxn ang="0">
                <a:pos x="T8" y="T9"/>
              </a:cxn>
            </a:cxnLst>
            <a:rect l="0" t="0" r="r" b="b"/>
            <a:pathLst>
              <a:path w="17548" h="17536">
                <a:moveTo>
                  <a:pt x="0" y="8768"/>
                </a:moveTo>
                <a:lnTo>
                  <a:pt x="8774" y="0"/>
                </a:lnTo>
                <a:lnTo>
                  <a:pt x="17548" y="8768"/>
                </a:lnTo>
                <a:lnTo>
                  <a:pt x="8774" y="17536"/>
                </a:lnTo>
                <a:lnTo>
                  <a:pt x="0" y="8768"/>
                </a:lnTo>
                <a:close/>
              </a:path>
            </a:pathLst>
          </a:custGeom>
          <a:solidFill>
            <a:schemeClr val="bg1"/>
          </a:solidFill>
          <a:ln w="19050">
            <a:solidFill>
              <a:schemeClr val="bg1">
                <a:lumMod val="9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Picture Placeholder 28"/>
          <p:cNvSpPr>
            <a:spLocks noGrp="1"/>
          </p:cNvSpPr>
          <p:nvPr userDrawn="1">
            <p:ph type="pic" sz="quarter" idx="11"/>
          </p:nvPr>
        </p:nvSpPr>
        <p:spPr>
          <a:xfrm>
            <a:off x="963612" y="2055970"/>
            <a:ext cx="2995513" cy="2993464"/>
          </a:xfrm>
          <a:prstGeom prst="flowChartDecision">
            <a:avLst/>
          </a:prstGeom>
          <a:solidFill>
            <a:schemeClr val="bg1"/>
          </a:solidFill>
          <a:ln w="12700">
            <a:solidFill>
              <a:schemeClr val="bg1"/>
            </a:solidFill>
          </a:ln>
        </p:spPr>
        <p:txBody>
          <a:bodyPr anchor="ctr">
            <a:normAutofit/>
          </a:bodyPr>
          <a:lstStyle>
            <a:lvl1pPr marL="0" indent="0" algn="ctr">
              <a:buNone/>
              <a:defRPr sz="1600"/>
            </a:lvl1pPr>
          </a:lstStyle>
          <a:p>
            <a:endParaRPr lang="en-US" dirty="0"/>
          </a:p>
        </p:txBody>
      </p:sp>
      <p:sp>
        <p:nvSpPr>
          <p:cNvPr id="32" name="Text Placeholder 31"/>
          <p:cNvSpPr>
            <a:spLocks noGrp="1"/>
          </p:cNvSpPr>
          <p:nvPr userDrawn="1">
            <p:ph type="body" sz="quarter" idx="12" hasCustomPrompt="1"/>
          </p:nvPr>
        </p:nvSpPr>
        <p:spPr>
          <a:xfrm>
            <a:off x="4588695" y="1418275"/>
            <a:ext cx="5841180" cy="503471"/>
          </a:xfrm>
        </p:spPr>
        <p:txBody>
          <a:bodyPr/>
          <a:lstStyle>
            <a:lvl1pPr marL="0" indent="0">
              <a:buNone/>
              <a:defRPr b="1">
                <a:solidFill>
                  <a:srgbClr val="243A7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sp>
        <p:nvSpPr>
          <p:cNvPr id="35" name="Text Placeholder 31"/>
          <p:cNvSpPr>
            <a:spLocks noGrp="1"/>
          </p:cNvSpPr>
          <p:nvPr userDrawn="1">
            <p:ph type="body" sz="quarter" idx="13" hasCustomPrompt="1"/>
          </p:nvPr>
        </p:nvSpPr>
        <p:spPr>
          <a:xfrm>
            <a:off x="5644306" y="3312540"/>
            <a:ext cx="4785569" cy="2476576"/>
          </a:xfrm>
        </p:spPr>
        <p:txBody>
          <a:bodyPr>
            <a:noAutofit/>
          </a:bodyPr>
          <a:lstStyle>
            <a:lvl1pPr marL="228600" indent="-228600">
              <a:buFont typeface="Wingdings" panose="05000000000000000000" pitchFamily="2" charset="2"/>
              <a:buChar char="§"/>
              <a:defRPr sz="1300" b="0">
                <a:solidFill>
                  <a:schemeClr val="tx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36" name="Text Placeholder 31"/>
          <p:cNvSpPr>
            <a:spLocks noGrp="1"/>
          </p:cNvSpPr>
          <p:nvPr>
            <p:ph type="body" sz="quarter" idx="14" hasCustomPrompt="1"/>
          </p:nvPr>
        </p:nvSpPr>
        <p:spPr>
          <a:xfrm>
            <a:off x="5644306" y="2691255"/>
            <a:ext cx="4785569" cy="487061"/>
          </a:xfrm>
        </p:spPr>
        <p:txBody>
          <a:bodyPr>
            <a:noAutofit/>
          </a:bodyPr>
          <a:lstStyle>
            <a:lvl1pPr marL="0" indent="0">
              <a:buFont typeface="Wingdings" panose="05000000000000000000" pitchFamily="2" charset="2"/>
              <a:buNone/>
              <a:defRPr sz="1300" b="0">
                <a:solidFill>
                  <a:schemeClr val="bg1">
                    <a:lumMod val="6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37" name="Text Placeholder 31"/>
          <p:cNvSpPr>
            <a:spLocks noGrp="1"/>
          </p:cNvSpPr>
          <p:nvPr>
            <p:ph type="body" sz="quarter" idx="15" hasCustomPrompt="1"/>
          </p:nvPr>
        </p:nvSpPr>
        <p:spPr>
          <a:xfrm>
            <a:off x="5644307" y="2077539"/>
            <a:ext cx="4785568" cy="503471"/>
          </a:xfrm>
        </p:spPr>
        <p:txBody>
          <a:bodyPr/>
          <a:lstStyle>
            <a:lvl1pPr marL="0" indent="0">
              <a:buNone/>
              <a:defRPr b="1">
                <a:solidFill>
                  <a:srgbClr val="243A7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88695" y="2191071"/>
            <a:ext cx="743714" cy="743714"/>
          </a:xfrm>
          <a:prstGeom prst="rect">
            <a:avLst/>
          </a:prstGeom>
        </p:spPr>
      </p:pic>
    </p:spTree>
    <p:extLst>
      <p:ext uri="{BB962C8B-B14F-4D97-AF65-F5344CB8AC3E}">
        <p14:creationId xmlns:p14="http://schemas.microsoft.com/office/powerpoint/2010/main" val="1385602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er Quotes Layout 2">
    <p:spTree>
      <p:nvGrpSpPr>
        <p:cNvPr id="1" name=""/>
        <p:cNvGrpSpPr/>
        <p:nvPr/>
      </p:nvGrpSpPr>
      <p:grpSpPr>
        <a:xfrm>
          <a:off x="0" y="0"/>
          <a:ext cx="0" cy="0"/>
          <a:chOff x="0" y="0"/>
          <a:chExt cx="0" cy="0"/>
        </a:xfrm>
      </p:grpSpPr>
      <p:sp>
        <p:nvSpPr>
          <p:cNvPr id="30" name="Text Placeholder 29"/>
          <p:cNvSpPr>
            <a:spLocks noGrp="1"/>
          </p:cNvSpPr>
          <p:nvPr>
            <p:ph type="body" sz="quarter" idx="10"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endParaRPr lang="en-IN" dirty="0"/>
          </a:p>
        </p:txBody>
      </p:sp>
      <p:sp>
        <p:nvSpPr>
          <p:cNvPr id="17" name="Right Triangle 16"/>
          <p:cNvSpPr/>
          <p:nvPr/>
        </p:nvSpPr>
        <p:spPr>
          <a:xfrm>
            <a:off x="0" y="1928226"/>
            <a:ext cx="4524333" cy="4524332"/>
          </a:xfrm>
          <a:prstGeom prst="rtTriangl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18" name="Right Triangle 17"/>
          <p:cNvSpPr/>
          <p:nvPr/>
        </p:nvSpPr>
        <p:spPr>
          <a:xfrm>
            <a:off x="1094267" y="2666091"/>
            <a:ext cx="3786618" cy="3786617"/>
          </a:xfrm>
          <a:prstGeom prst="rtTriangl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19" name="Right Triangle 18"/>
          <p:cNvSpPr/>
          <p:nvPr/>
        </p:nvSpPr>
        <p:spPr>
          <a:xfrm>
            <a:off x="0" y="2179511"/>
            <a:ext cx="4273048" cy="4273048"/>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26" name="Freeform 5"/>
          <p:cNvSpPr>
            <a:spLocks/>
          </p:cNvSpPr>
          <p:nvPr userDrawn="1"/>
        </p:nvSpPr>
        <p:spPr bwMode="auto">
          <a:xfrm>
            <a:off x="963612" y="2329275"/>
            <a:ext cx="2995513" cy="2993464"/>
          </a:xfrm>
          <a:custGeom>
            <a:avLst/>
            <a:gdLst>
              <a:gd name="T0" fmla="*/ 0 w 17548"/>
              <a:gd name="T1" fmla="*/ 8768 h 17536"/>
              <a:gd name="T2" fmla="*/ 8774 w 17548"/>
              <a:gd name="T3" fmla="*/ 0 h 17536"/>
              <a:gd name="T4" fmla="*/ 17548 w 17548"/>
              <a:gd name="T5" fmla="*/ 8768 h 17536"/>
              <a:gd name="T6" fmla="*/ 8774 w 17548"/>
              <a:gd name="T7" fmla="*/ 17536 h 17536"/>
              <a:gd name="T8" fmla="*/ 0 w 17548"/>
              <a:gd name="T9" fmla="*/ 8768 h 17536"/>
            </a:gdLst>
            <a:ahLst/>
            <a:cxnLst>
              <a:cxn ang="0">
                <a:pos x="T0" y="T1"/>
              </a:cxn>
              <a:cxn ang="0">
                <a:pos x="T2" y="T3"/>
              </a:cxn>
              <a:cxn ang="0">
                <a:pos x="T4" y="T5"/>
              </a:cxn>
              <a:cxn ang="0">
                <a:pos x="T6" y="T7"/>
              </a:cxn>
              <a:cxn ang="0">
                <a:pos x="T8" y="T9"/>
              </a:cxn>
            </a:cxnLst>
            <a:rect l="0" t="0" r="r" b="b"/>
            <a:pathLst>
              <a:path w="17548" h="17536">
                <a:moveTo>
                  <a:pt x="0" y="8768"/>
                </a:moveTo>
                <a:lnTo>
                  <a:pt x="8774" y="0"/>
                </a:lnTo>
                <a:lnTo>
                  <a:pt x="17548" y="8768"/>
                </a:lnTo>
                <a:lnTo>
                  <a:pt x="8774" y="17536"/>
                </a:lnTo>
                <a:lnTo>
                  <a:pt x="0" y="8768"/>
                </a:lnTo>
                <a:close/>
              </a:path>
            </a:pathLst>
          </a:custGeom>
          <a:solidFill>
            <a:schemeClr val="bg1"/>
          </a:solidFill>
          <a:ln w="19050">
            <a:solidFill>
              <a:schemeClr val="bg1">
                <a:lumMod val="9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 name="Text Placeholder 31"/>
          <p:cNvSpPr>
            <a:spLocks noGrp="1"/>
          </p:cNvSpPr>
          <p:nvPr userDrawn="1">
            <p:ph type="body" sz="quarter" idx="12" hasCustomPrompt="1"/>
          </p:nvPr>
        </p:nvSpPr>
        <p:spPr>
          <a:xfrm>
            <a:off x="5644307" y="1418275"/>
            <a:ext cx="4785568" cy="503471"/>
          </a:xfrm>
        </p:spPr>
        <p:txBody>
          <a:bodyPr/>
          <a:lstStyle>
            <a:lvl1pPr marL="0" indent="0">
              <a:buNone/>
              <a:defRPr b="1">
                <a:solidFill>
                  <a:schemeClr val="accent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sp>
        <p:nvSpPr>
          <p:cNvPr id="35" name="Text Placeholder 31"/>
          <p:cNvSpPr>
            <a:spLocks noGrp="1"/>
          </p:cNvSpPr>
          <p:nvPr userDrawn="1">
            <p:ph type="body" sz="quarter" idx="13" hasCustomPrompt="1"/>
          </p:nvPr>
        </p:nvSpPr>
        <p:spPr>
          <a:xfrm>
            <a:off x="5644306" y="3312540"/>
            <a:ext cx="4785569" cy="2476576"/>
          </a:xfrm>
        </p:spPr>
        <p:txBody>
          <a:bodyPr>
            <a:noAutofit/>
          </a:bodyPr>
          <a:lstStyle>
            <a:lvl1pPr marL="228600" indent="-228600">
              <a:buFont typeface="Wingdings" panose="05000000000000000000" pitchFamily="2" charset="2"/>
              <a:buChar char="§"/>
              <a:defRPr sz="1300" b="0">
                <a:solidFill>
                  <a:schemeClr val="tx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36" name="Text Placeholder 31"/>
          <p:cNvSpPr>
            <a:spLocks noGrp="1"/>
          </p:cNvSpPr>
          <p:nvPr>
            <p:ph type="body" sz="quarter" idx="14" hasCustomPrompt="1"/>
          </p:nvPr>
        </p:nvSpPr>
        <p:spPr>
          <a:xfrm>
            <a:off x="5644306" y="2691255"/>
            <a:ext cx="4785569" cy="487061"/>
          </a:xfrm>
        </p:spPr>
        <p:txBody>
          <a:bodyPr>
            <a:noAutofit/>
          </a:bodyPr>
          <a:lstStyle>
            <a:lvl1pPr marL="0" indent="0">
              <a:buFont typeface="Wingdings" panose="05000000000000000000" pitchFamily="2" charset="2"/>
              <a:buNone/>
              <a:defRPr sz="1300" b="0">
                <a:solidFill>
                  <a:schemeClr val="tx2"/>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37" name="Text Placeholder 31"/>
          <p:cNvSpPr>
            <a:spLocks noGrp="1"/>
          </p:cNvSpPr>
          <p:nvPr>
            <p:ph type="body" sz="quarter" idx="15" hasCustomPrompt="1"/>
          </p:nvPr>
        </p:nvSpPr>
        <p:spPr>
          <a:xfrm>
            <a:off x="5644307" y="2077539"/>
            <a:ext cx="4785568" cy="503471"/>
          </a:xfrm>
        </p:spPr>
        <p:txBody>
          <a:bodyPr/>
          <a:lstStyle>
            <a:lvl1pPr marL="0" indent="0">
              <a:buNone/>
              <a:defRPr b="1">
                <a:solidFill>
                  <a:schemeClr val="accent2"/>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4" name="Freeform 5"/>
          <p:cNvSpPr>
            <a:spLocks/>
          </p:cNvSpPr>
          <p:nvPr userDrawn="1"/>
        </p:nvSpPr>
        <p:spPr bwMode="auto">
          <a:xfrm>
            <a:off x="963612" y="2077539"/>
            <a:ext cx="2995513" cy="2993464"/>
          </a:xfrm>
          <a:custGeom>
            <a:avLst/>
            <a:gdLst>
              <a:gd name="T0" fmla="*/ 0 w 17548"/>
              <a:gd name="T1" fmla="*/ 8768 h 17536"/>
              <a:gd name="T2" fmla="*/ 8774 w 17548"/>
              <a:gd name="T3" fmla="*/ 0 h 17536"/>
              <a:gd name="T4" fmla="*/ 17548 w 17548"/>
              <a:gd name="T5" fmla="*/ 8768 h 17536"/>
              <a:gd name="T6" fmla="*/ 8774 w 17548"/>
              <a:gd name="T7" fmla="*/ 17536 h 17536"/>
              <a:gd name="T8" fmla="*/ 0 w 17548"/>
              <a:gd name="T9" fmla="*/ 8768 h 17536"/>
            </a:gdLst>
            <a:ahLst/>
            <a:cxnLst>
              <a:cxn ang="0">
                <a:pos x="T0" y="T1"/>
              </a:cxn>
              <a:cxn ang="0">
                <a:pos x="T2" y="T3"/>
              </a:cxn>
              <a:cxn ang="0">
                <a:pos x="T4" y="T5"/>
              </a:cxn>
              <a:cxn ang="0">
                <a:pos x="T6" y="T7"/>
              </a:cxn>
              <a:cxn ang="0">
                <a:pos x="T8" y="T9"/>
              </a:cxn>
            </a:cxnLst>
            <a:rect l="0" t="0" r="r" b="b"/>
            <a:pathLst>
              <a:path w="17548" h="17536">
                <a:moveTo>
                  <a:pt x="0" y="8768"/>
                </a:moveTo>
                <a:lnTo>
                  <a:pt x="8774" y="0"/>
                </a:lnTo>
                <a:lnTo>
                  <a:pt x="17548" y="8768"/>
                </a:lnTo>
                <a:lnTo>
                  <a:pt x="8774" y="17536"/>
                </a:lnTo>
                <a:lnTo>
                  <a:pt x="0" y="8768"/>
                </a:lnTo>
                <a:close/>
              </a:path>
            </a:pathLst>
          </a:custGeom>
          <a:solidFill>
            <a:schemeClr val="bg1"/>
          </a:solidFill>
          <a:ln w="19050">
            <a:solidFill>
              <a:schemeClr val="bg1">
                <a:lumMod val="9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06611" y="2934785"/>
            <a:ext cx="1109514" cy="1109514"/>
          </a:xfrm>
          <a:prstGeom prst="rect">
            <a:avLst/>
          </a:prstGeom>
        </p:spPr>
      </p:pic>
    </p:spTree>
    <p:extLst>
      <p:ext uri="{BB962C8B-B14F-4D97-AF65-F5344CB8AC3E}">
        <p14:creationId xmlns:p14="http://schemas.microsoft.com/office/powerpoint/2010/main" val="9238732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er Quotes Layout 3">
    <p:spTree>
      <p:nvGrpSpPr>
        <p:cNvPr id="1" name=""/>
        <p:cNvGrpSpPr/>
        <p:nvPr/>
      </p:nvGrpSpPr>
      <p:grpSpPr>
        <a:xfrm>
          <a:off x="0" y="0"/>
          <a:ext cx="0" cy="0"/>
          <a:chOff x="0" y="0"/>
          <a:chExt cx="0" cy="0"/>
        </a:xfrm>
      </p:grpSpPr>
      <p:pic>
        <p:nvPicPr>
          <p:cNvPr id="15" name="Picture Placeholder 3"/>
          <p:cNvPicPr>
            <a:picLocks noChangeAspect="1"/>
          </p:cNvPicPr>
          <p:nvPr userDrawn="1"/>
        </p:nvPicPr>
        <p:blipFill>
          <a:blip r:embed="rId2">
            <a:duotone>
              <a:schemeClr val="accent3">
                <a:shade val="45000"/>
                <a:satMod val="135000"/>
              </a:schemeClr>
              <a:prstClr val="white"/>
            </a:duotone>
            <a:extLst>
              <a:ext uri="{BEBA8EAE-BF5A-486C-A8C5-ECC9F3942E4B}">
                <a14:imgProps xmlns:a14="http://schemas.microsoft.com/office/drawing/2010/main">
                  <a14:imgLayer r:embed="rId3">
                    <a14:imgEffect>
                      <a14:colorTemperature colorTemp="5900"/>
                    </a14:imgEffect>
                    <a14:imgEffect>
                      <a14:saturation sat="66000"/>
                    </a14:imgEffect>
                  </a14:imgLayer>
                </a14:imgProps>
              </a:ext>
              <a:ext uri="{28A0092B-C50C-407E-A947-70E740481C1C}">
                <a14:useLocalDpi xmlns:a14="http://schemas.microsoft.com/office/drawing/2010/main" val="0"/>
              </a:ext>
            </a:extLst>
          </a:blip>
          <a:srcRect t="9714" b="9714"/>
          <a:stretch>
            <a:fillRect/>
          </a:stretch>
        </p:blipFill>
        <p:spPr>
          <a:xfrm>
            <a:off x="0" y="2139950"/>
            <a:ext cx="12188825" cy="3241675"/>
          </a:xfrm>
          <a:prstGeom prst="rect">
            <a:avLst/>
          </a:prstGeom>
        </p:spPr>
      </p:pic>
      <p:sp>
        <p:nvSpPr>
          <p:cNvPr id="16" name="Rectangle 15"/>
          <p:cNvSpPr/>
          <p:nvPr userDrawn="1"/>
        </p:nvSpPr>
        <p:spPr>
          <a:xfrm>
            <a:off x="2136509" y="2652479"/>
            <a:ext cx="7915807" cy="2350703"/>
          </a:xfrm>
          <a:prstGeom prst="rect">
            <a:avLst/>
          </a:prstGeom>
          <a:solidFill>
            <a:schemeClr val="bg1"/>
          </a:solidFill>
          <a:ln>
            <a:noFill/>
          </a:ln>
          <a:effectLst>
            <a:outerShdw blurRad="190500" dist="50800" dir="5400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grpSp>
        <p:nvGrpSpPr>
          <p:cNvPr id="20" name="Group 19"/>
          <p:cNvGrpSpPr/>
          <p:nvPr userDrawn="1"/>
        </p:nvGrpSpPr>
        <p:grpSpPr>
          <a:xfrm>
            <a:off x="5698764" y="2250884"/>
            <a:ext cx="798894" cy="798894"/>
            <a:chOff x="5568818" y="1490121"/>
            <a:chExt cx="1054364" cy="1054364"/>
          </a:xfrm>
        </p:grpSpPr>
        <p:sp>
          <p:nvSpPr>
            <p:cNvPr id="21" name="Rectangle 20"/>
            <p:cNvSpPr/>
            <p:nvPr/>
          </p:nvSpPr>
          <p:spPr>
            <a:xfrm>
              <a:off x="5568818" y="1490121"/>
              <a:ext cx="1054364" cy="1054364"/>
            </a:xfrm>
            <a:prstGeom prst="rect">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sp>
          <p:nvSpPr>
            <p:cNvPr id="22" name="Rectangle 21"/>
            <p:cNvSpPr/>
            <p:nvPr/>
          </p:nvSpPr>
          <p:spPr>
            <a:xfrm>
              <a:off x="5568818" y="2457615"/>
              <a:ext cx="1054364" cy="8687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399"/>
            </a:p>
          </p:txBody>
        </p:sp>
      </p:grpSp>
      <p:sp>
        <p:nvSpPr>
          <p:cNvPr id="25" name="TextBox 24"/>
          <p:cNvSpPr txBox="1"/>
          <p:nvPr userDrawn="1"/>
        </p:nvSpPr>
        <p:spPr>
          <a:xfrm>
            <a:off x="9365817" y="3997339"/>
            <a:ext cx="492315" cy="830652"/>
          </a:xfrm>
          <a:prstGeom prst="rect">
            <a:avLst/>
          </a:prstGeom>
          <a:noFill/>
        </p:spPr>
        <p:txBody>
          <a:bodyPr wrap="none" rtlCol="0">
            <a:spAutoFit/>
          </a:bodyPr>
          <a:lstStyle/>
          <a:p>
            <a:r>
              <a:rPr lang="id-ID" sz="4799" b="1" dirty="0">
                <a:solidFill>
                  <a:schemeClr val="accent1"/>
                </a:solidFill>
                <a:latin typeface="+mj-lt"/>
              </a:rPr>
              <a:t>”</a:t>
            </a:r>
            <a:endParaRPr lang="id-ID" sz="4266" b="1" dirty="0">
              <a:solidFill>
                <a:schemeClr val="accent1"/>
              </a:solidFill>
              <a:latin typeface="+mj-lt"/>
            </a:endParaRPr>
          </a:p>
        </p:txBody>
      </p:sp>
      <p:sp>
        <p:nvSpPr>
          <p:cNvPr id="27" name="TextBox 26"/>
          <p:cNvSpPr txBox="1"/>
          <p:nvPr userDrawn="1"/>
        </p:nvSpPr>
        <p:spPr>
          <a:xfrm>
            <a:off x="2342461" y="2684385"/>
            <a:ext cx="492315" cy="830652"/>
          </a:xfrm>
          <a:prstGeom prst="rect">
            <a:avLst/>
          </a:prstGeom>
          <a:noFill/>
        </p:spPr>
        <p:txBody>
          <a:bodyPr wrap="none" rtlCol="0">
            <a:spAutoFit/>
          </a:bodyPr>
          <a:lstStyle/>
          <a:p>
            <a:r>
              <a:rPr lang="id-ID" sz="4799" b="1" dirty="0">
                <a:solidFill>
                  <a:schemeClr val="accent1"/>
                </a:solidFill>
                <a:latin typeface="+mj-lt"/>
              </a:rPr>
              <a:t>“</a:t>
            </a:r>
            <a:endParaRPr lang="id-ID" sz="4266" b="1" dirty="0">
              <a:solidFill>
                <a:schemeClr val="accent1"/>
              </a:solidFill>
              <a:latin typeface="+mj-lt"/>
            </a:endParaRPr>
          </a:p>
        </p:txBody>
      </p:sp>
      <p:grpSp>
        <p:nvGrpSpPr>
          <p:cNvPr id="28" name="Group 27"/>
          <p:cNvGrpSpPr/>
          <p:nvPr userDrawn="1"/>
        </p:nvGrpSpPr>
        <p:grpSpPr>
          <a:xfrm>
            <a:off x="5942879" y="2453392"/>
            <a:ext cx="303070" cy="441684"/>
            <a:chOff x="785813" y="3876675"/>
            <a:chExt cx="614363" cy="895350"/>
          </a:xfrm>
        </p:grpSpPr>
        <p:sp>
          <p:nvSpPr>
            <p:cNvPr id="29" name="Freeform 5"/>
            <p:cNvSpPr>
              <a:spLocks/>
            </p:cNvSpPr>
            <p:nvPr/>
          </p:nvSpPr>
          <p:spPr bwMode="auto">
            <a:xfrm>
              <a:off x="850900" y="3876675"/>
              <a:ext cx="487363" cy="682625"/>
            </a:xfrm>
            <a:custGeom>
              <a:avLst/>
              <a:gdLst>
                <a:gd name="T0" fmla="*/ 128 w 128"/>
                <a:gd name="T1" fmla="*/ 120 h 180"/>
                <a:gd name="T2" fmla="*/ 64 w 128"/>
                <a:gd name="T3" fmla="*/ 180 h 180"/>
                <a:gd name="T4" fmla="*/ 0 w 128"/>
                <a:gd name="T5" fmla="*/ 120 h 180"/>
                <a:gd name="T6" fmla="*/ 0 w 128"/>
                <a:gd name="T7" fmla="*/ 59 h 180"/>
                <a:gd name="T8" fmla="*/ 63 w 128"/>
                <a:gd name="T9" fmla="*/ 0 h 180"/>
                <a:gd name="T10" fmla="*/ 128 w 128"/>
                <a:gd name="T11" fmla="*/ 59 h 180"/>
                <a:gd name="T12" fmla="*/ 128 w 128"/>
                <a:gd name="T13" fmla="*/ 120 h 180"/>
              </a:gdLst>
              <a:ahLst/>
              <a:cxnLst>
                <a:cxn ang="0">
                  <a:pos x="T0" y="T1"/>
                </a:cxn>
                <a:cxn ang="0">
                  <a:pos x="T2" y="T3"/>
                </a:cxn>
                <a:cxn ang="0">
                  <a:pos x="T4" y="T5"/>
                </a:cxn>
                <a:cxn ang="0">
                  <a:pos x="T6" y="T7"/>
                </a:cxn>
                <a:cxn ang="0">
                  <a:pos x="T8" y="T9"/>
                </a:cxn>
                <a:cxn ang="0">
                  <a:pos x="T10" y="T11"/>
                </a:cxn>
                <a:cxn ang="0">
                  <a:pos x="T12" y="T13"/>
                </a:cxn>
              </a:cxnLst>
              <a:rect l="0" t="0" r="r" b="b"/>
              <a:pathLst>
                <a:path w="128" h="180">
                  <a:moveTo>
                    <a:pt x="128" y="120"/>
                  </a:moveTo>
                  <a:cubicBezTo>
                    <a:pt x="128" y="152"/>
                    <a:pt x="97" y="180"/>
                    <a:pt x="64" y="180"/>
                  </a:cubicBezTo>
                  <a:cubicBezTo>
                    <a:pt x="31" y="180"/>
                    <a:pt x="0" y="152"/>
                    <a:pt x="0" y="120"/>
                  </a:cubicBezTo>
                  <a:cubicBezTo>
                    <a:pt x="0" y="59"/>
                    <a:pt x="0" y="59"/>
                    <a:pt x="0" y="59"/>
                  </a:cubicBezTo>
                  <a:cubicBezTo>
                    <a:pt x="0" y="24"/>
                    <a:pt x="30" y="0"/>
                    <a:pt x="63" y="0"/>
                  </a:cubicBezTo>
                  <a:cubicBezTo>
                    <a:pt x="97" y="0"/>
                    <a:pt x="128" y="28"/>
                    <a:pt x="128" y="59"/>
                  </a:cubicBezTo>
                  <a:lnTo>
                    <a:pt x="128" y="12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31" name="Freeform 6"/>
            <p:cNvSpPr>
              <a:spLocks/>
            </p:cNvSpPr>
            <p:nvPr/>
          </p:nvSpPr>
          <p:spPr bwMode="auto">
            <a:xfrm>
              <a:off x="785813" y="4256088"/>
              <a:ext cx="614363" cy="382588"/>
            </a:xfrm>
            <a:custGeom>
              <a:avLst/>
              <a:gdLst>
                <a:gd name="T0" fmla="*/ 1 w 161"/>
                <a:gd name="T1" fmla="*/ 0 h 101"/>
                <a:gd name="T2" fmla="*/ 1 w 161"/>
                <a:gd name="T3" fmla="*/ 20 h 101"/>
                <a:gd name="T4" fmla="*/ 80 w 161"/>
                <a:gd name="T5" fmla="*/ 101 h 101"/>
                <a:gd name="T6" fmla="*/ 161 w 161"/>
                <a:gd name="T7" fmla="*/ 20 h 101"/>
                <a:gd name="T8" fmla="*/ 161 w 161"/>
                <a:gd name="T9" fmla="*/ 0 h 101"/>
              </a:gdLst>
              <a:ahLst/>
              <a:cxnLst>
                <a:cxn ang="0">
                  <a:pos x="T0" y="T1"/>
                </a:cxn>
                <a:cxn ang="0">
                  <a:pos x="T2" y="T3"/>
                </a:cxn>
                <a:cxn ang="0">
                  <a:pos x="T4" y="T5"/>
                </a:cxn>
                <a:cxn ang="0">
                  <a:pos x="T6" y="T7"/>
                </a:cxn>
                <a:cxn ang="0">
                  <a:pos x="T8" y="T9"/>
                </a:cxn>
              </a:cxnLst>
              <a:rect l="0" t="0" r="r" b="b"/>
              <a:pathLst>
                <a:path w="161" h="101">
                  <a:moveTo>
                    <a:pt x="1" y="0"/>
                  </a:moveTo>
                  <a:cubicBezTo>
                    <a:pt x="1" y="20"/>
                    <a:pt x="1" y="20"/>
                    <a:pt x="1" y="20"/>
                  </a:cubicBezTo>
                  <a:cubicBezTo>
                    <a:pt x="0" y="65"/>
                    <a:pt x="35" y="101"/>
                    <a:pt x="80" y="101"/>
                  </a:cubicBezTo>
                  <a:cubicBezTo>
                    <a:pt x="125" y="101"/>
                    <a:pt x="161" y="65"/>
                    <a:pt x="161" y="20"/>
                  </a:cubicBezTo>
                  <a:cubicBezTo>
                    <a:pt x="161" y="0"/>
                    <a:pt x="161" y="0"/>
                    <a:pt x="161" y="0"/>
                  </a:cubicBezTo>
                </a:path>
              </a:pathLst>
            </a:custGeom>
            <a:noFill/>
            <a:ln w="15875"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33" name="Line 7"/>
            <p:cNvSpPr>
              <a:spLocks noChangeShapeType="1"/>
            </p:cNvSpPr>
            <p:nvPr/>
          </p:nvSpPr>
          <p:spPr bwMode="auto">
            <a:xfrm>
              <a:off x="1095375" y="4638675"/>
              <a:ext cx="0" cy="133350"/>
            </a:xfrm>
            <a:prstGeom prst="line">
              <a:avLst/>
            </a:prstGeom>
            <a:noFill/>
            <a:ln w="15875"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34" name="Line 8"/>
            <p:cNvSpPr>
              <a:spLocks noChangeShapeType="1"/>
            </p:cNvSpPr>
            <p:nvPr/>
          </p:nvSpPr>
          <p:spPr bwMode="auto">
            <a:xfrm>
              <a:off x="1095375" y="3876675"/>
              <a:ext cx="0" cy="106363"/>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38" name="Line 9"/>
            <p:cNvSpPr>
              <a:spLocks noChangeShapeType="1"/>
            </p:cNvSpPr>
            <p:nvPr/>
          </p:nvSpPr>
          <p:spPr bwMode="auto">
            <a:xfrm>
              <a:off x="1185863" y="3894138"/>
              <a:ext cx="0" cy="8890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39" name="Line 10"/>
            <p:cNvSpPr>
              <a:spLocks noChangeShapeType="1"/>
            </p:cNvSpPr>
            <p:nvPr/>
          </p:nvSpPr>
          <p:spPr bwMode="auto">
            <a:xfrm>
              <a:off x="1003300" y="3890963"/>
              <a:ext cx="0" cy="92075"/>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0" name="Line 11"/>
            <p:cNvSpPr>
              <a:spLocks noChangeShapeType="1"/>
            </p:cNvSpPr>
            <p:nvPr/>
          </p:nvSpPr>
          <p:spPr bwMode="auto">
            <a:xfrm>
              <a:off x="788988" y="4332288"/>
              <a:ext cx="611188" cy="0"/>
            </a:xfrm>
            <a:prstGeom prst="line">
              <a:avLst/>
            </a:prstGeom>
            <a:noFill/>
            <a:ln w="15875"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1" name="Line 12"/>
            <p:cNvSpPr>
              <a:spLocks noChangeShapeType="1"/>
            </p:cNvSpPr>
            <p:nvPr/>
          </p:nvSpPr>
          <p:spPr bwMode="auto">
            <a:xfrm>
              <a:off x="850900" y="4087813"/>
              <a:ext cx="163513"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2" name="Line 13"/>
            <p:cNvSpPr>
              <a:spLocks noChangeShapeType="1"/>
            </p:cNvSpPr>
            <p:nvPr/>
          </p:nvSpPr>
          <p:spPr bwMode="auto">
            <a:xfrm>
              <a:off x="850900" y="4179888"/>
              <a:ext cx="163513"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3" name="Line 14"/>
            <p:cNvSpPr>
              <a:spLocks noChangeShapeType="1"/>
            </p:cNvSpPr>
            <p:nvPr/>
          </p:nvSpPr>
          <p:spPr bwMode="auto">
            <a:xfrm flipH="1">
              <a:off x="1166813" y="4087813"/>
              <a:ext cx="171450"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4" name="Line 15"/>
            <p:cNvSpPr>
              <a:spLocks noChangeShapeType="1"/>
            </p:cNvSpPr>
            <p:nvPr/>
          </p:nvSpPr>
          <p:spPr bwMode="auto">
            <a:xfrm flipH="1">
              <a:off x="1166813" y="4179888"/>
              <a:ext cx="171450"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5" name="Line 16"/>
            <p:cNvSpPr>
              <a:spLocks noChangeShapeType="1"/>
            </p:cNvSpPr>
            <p:nvPr/>
          </p:nvSpPr>
          <p:spPr bwMode="auto">
            <a:xfrm>
              <a:off x="850900" y="4270375"/>
              <a:ext cx="163513"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sp>
          <p:nvSpPr>
            <p:cNvPr id="46" name="Line 17"/>
            <p:cNvSpPr>
              <a:spLocks noChangeShapeType="1"/>
            </p:cNvSpPr>
            <p:nvPr/>
          </p:nvSpPr>
          <p:spPr bwMode="auto">
            <a:xfrm flipH="1">
              <a:off x="1166813" y="4270375"/>
              <a:ext cx="171450" cy="0"/>
            </a:xfrm>
            <a:prstGeom prst="line">
              <a:avLst/>
            </a:prstGeom>
            <a:noFill/>
            <a:ln w="15875" cap="rnd">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id-ID" sz="2399"/>
            </a:p>
          </p:txBody>
        </p:sp>
      </p:grpSp>
      <p:sp>
        <p:nvSpPr>
          <p:cNvPr id="30" name="Text Placeholder 29"/>
          <p:cNvSpPr>
            <a:spLocks noGrp="1"/>
          </p:cNvSpPr>
          <p:nvPr userDrawn="1">
            <p:ph type="body" sz="quarter" idx="10"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endParaRPr lang="en-IN" dirty="0"/>
          </a:p>
        </p:txBody>
      </p:sp>
      <p:sp>
        <p:nvSpPr>
          <p:cNvPr id="32" name="Text Placeholder 31"/>
          <p:cNvSpPr>
            <a:spLocks noGrp="1"/>
          </p:cNvSpPr>
          <p:nvPr userDrawn="1">
            <p:ph type="body" sz="quarter" idx="12" hasCustomPrompt="1"/>
          </p:nvPr>
        </p:nvSpPr>
        <p:spPr>
          <a:xfrm>
            <a:off x="455611" y="1195567"/>
            <a:ext cx="9974263" cy="503471"/>
          </a:xfrm>
        </p:spPr>
        <p:txBody>
          <a:bodyPr>
            <a:normAutofit/>
          </a:bodyPr>
          <a:lstStyle>
            <a:lvl1pPr marL="0" indent="0">
              <a:buNone/>
              <a:defRPr sz="2400" b="0">
                <a:solidFill>
                  <a:schemeClr val="accent3"/>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sp>
        <p:nvSpPr>
          <p:cNvPr id="49" name="Text Placeholder 31"/>
          <p:cNvSpPr>
            <a:spLocks noGrp="1"/>
          </p:cNvSpPr>
          <p:nvPr>
            <p:ph type="body" sz="quarter" idx="16" hasCustomPrompt="1"/>
          </p:nvPr>
        </p:nvSpPr>
        <p:spPr>
          <a:xfrm>
            <a:off x="3240195" y="3254484"/>
            <a:ext cx="5708435" cy="867574"/>
          </a:xfrm>
        </p:spPr>
        <p:txBody>
          <a:bodyPr anchor="ctr">
            <a:noAutofit/>
          </a:bodyPr>
          <a:lstStyle>
            <a:lvl1pPr marL="0" indent="0" algn="ctr">
              <a:buFont typeface="Wingdings" panose="05000000000000000000" pitchFamily="2" charset="2"/>
              <a:buNone/>
              <a:defRPr sz="1800" b="1" i="1">
                <a:solidFill>
                  <a:srgbClr val="243A7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Quotes from the customer!</a:t>
            </a:r>
          </a:p>
        </p:txBody>
      </p:sp>
      <p:sp>
        <p:nvSpPr>
          <p:cNvPr id="50" name="Text Placeholder 31"/>
          <p:cNvSpPr>
            <a:spLocks noGrp="1"/>
          </p:cNvSpPr>
          <p:nvPr>
            <p:ph type="body" sz="quarter" idx="17" hasCustomPrompt="1"/>
          </p:nvPr>
        </p:nvSpPr>
        <p:spPr>
          <a:xfrm>
            <a:off x="3240195" y="4241804"/>
            <a:ext cx="5708435" cy="308425"/>
          </a:xfrm>
        </p:spPr>
        <p:txBody>
          <a:bodyPr anchor="ctr">
            <a:noAutofit/>
          </a:bodyPr>
          <a:lstStyle>
            <a:lvl1pPr marL="0" indent="0" algn="ctr">
              <a:buFont typeface="Wingdings" panose="05000000000000000000" pitchFamily="2" charset="2"/>
              <a:buNone/>
              <a:defRPr sz="1400" b="1" i="1">
                <a:solidFill>
                  <a:srgbClr val="243A7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Enter Name of Speaker</a:t>
            </a:r>
          </a:p>
        </p:txBody>
      </p:sp>
      <p:sp>
        <p:nvSpPr>
          <p:cNvPr id="51" name="Text Placeholder 31"/>
          <p:cNvSpPr>
            <a:spLocks noGrp="1"/>
          </p:cNvSpPr>
          <p:nvPr>
            <p:ph type="body" sz="quarter" idx="18" hasCustomPrompt="1"/>
          </p:nvPr>
        </p:nvSpPr>
        <p:spPr>
          <a:xfrm>
            <a:off x="3240195" y="4594499"/>
            <a:ext cx="5708435" cy="271524"/>
          </a:xfrm>
        </p:spPr>
        <p:txBody>
          <a:bodyPr anchor="ctr">
            <a:noAutofit/>
          </a:bodyPr>
          <a:lstStyle>
            <a:lvl1pPr marL="0" indent="0" algn="ctr">
              <a:buFont typeface="Wingdings" panose="05000000000000000000" pitchFamily="2" charset="2"/>
              <a:buNone/>
              <a:defRPr sz="1200" b="0" i="0">
                <a:solidFill>
                  <a:srgbClr val="243A7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Designation and Company</a:t>
            </a:r>
          </a:p>
        </p:txBody>
      </p:sp>
    </p:spTree>
    <p:extLst>
      <p:ext uri="{BB962C8B-B14F-4D97-AF65-F5344CB8AC3E}">
        <p14:creationId xmlns:p14="http://schemas.microsoft.com/office/powerpoint/2010/main" val="894833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ient List Layout">
    <p:spTree>
      <p:nvGrpSpPr>
        <p:cNvPr id="1" name=""/>
        <p:cNvGrpSpPr/>
        <p:nvPr/>
      </p:nvGrpSpPr>
      <p:grpSpPr>
        <a:xfrm>
          <a:off x="0" y="0"/>
          <a:ext cx="0" cy="0"/>
          <a:chOff x="0" y="0"/>
          <a:chExt cx="0" cy="0"/>
        </a:xfrm>
      </p:grpSpPr>
      <p:sp>
        <p:nvSpPr>
          <p:cNvPr id="13" name="Rectangle 12"/>
          <p:cNvSpPr/>
          <p:nvPr userDrawn="1"/>
        </p:nvSpPr>
        <p:spPr>
          <a:xfrm>
            <a:off x="0" y="1999588"/>
            <a:ext cx="12188825" cy="278238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grpSp>
        <p:nvGrpSpPr>
          <p:cNvPr id="14" name="Group 13"/>
          <p:cNvGrpSpPr/>
          <p:nvPr userDrawn="1"/>
        </p:nvGrpSpPr>
        <p:grpSpPr>
          <a:xfrm>
            <a:off x="2154809" y="1911237"/>
            <a:ext cx="7866509" cy="176702"/>
            <a:chOff x="2155371" y="1910842"/>
            <a:chExt cx="7868558" cy="176748"/>
          </a:xfrm>
        </p:grpSpPr>
        <p:sp>
          <p:nvSpPr>
            <p:cNvPr id="15" name="Rectangle 14"/>
            <p:cNvSpPr/>
            <p:nvPr/>
          </p:nvSpPr>
          <p:spPr>
            <a:xfrm>
              <a:off x="4782457" y="1910842"/>
              <a:ext cx="2627086" cy="1767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sp>
          <p:nvSpPr>
            <p:cNvPr id="16" name="Rectangle 15"/>
            <p:cNvSpPr/>
            <p:nvPr/>
          </p:nvSpPr>
          <p:spPr>
            <a:xfrm>
              <a:off x="2155371" y="1910842"/>
              <a:ext cx="2627086" cy="1767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sp>
          <p:nvSpPr>
            <p:cNvPr id="21" name="Rectangle 20"/>
            <p:cNvSpPr/>
            <p:nvPr/>
          </p:nvSpPr>
          <p:spPr>
            <a:xfrm>
              <a:off x="7396843" y="1910842"/>
              <a:ext cx="2627086" cy="1767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grpSp>
      <p:grpSp>
        <p:nvGrpSpPr>
          <p:cNvPr id="22" name="Group 21"/>
          <p:cNvGrpSpPr/>
          <p:nvPr userDrawn="1"/>
        </p:nvGrpSpPr>
        <p:grpSpPr>
          <a:xfrm>
            <a:off x="2154809" y="4701009"/>
            <a:ext cx="7866509" cy="176702"/>
            <a:chOff x="2155371" y="4701340"/>
            <a:chExt cx="7868558" cy="176748"/>
          </a:xfrm>
        </p:grpSpPr>
        <p:sp>
          <p:nvSpPr>
            <p:cNvPr id="23" name="Rectangle 22"/>
            <p:cNvSpPr/>
            <p:nvPr/>
          </p:nvSpPr>
          <p:spPr>
            <a:xfrm>
              <a:off x="4782457" y="4701340"/>
              <a:ext cx="2627086" cy="1767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sp>
          <p:nvSpPr>
            <p:cNvPr id="24" name="Rectangle 23"/>
            <p:cNvSpPr/>
            <p:nvPr/>
          </p:nvSpPr>
          <p:spPr>
            <a:xfrm>
              <a:off x="2155371" y="4701340"/>
              <a:ext cx="2627086" cy="17674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sp>
          <p:nvSpPr>
            <p:cNvPr id="25" name="Rectangle 24"/>
            <p:cNvSpPr/>
            <p:nvPr/>
          </p:nvSpPr>
          <p:spPr>
            <a:xfrm>
              <a:off x="7396843" y="4701340"/>
              <a:ext cx="2627086" cy="176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prstClr val="white"/>
                </a:solidFill>
              </a:endParaRPr>
            </a:p>
          </p:txBody>
        </p:sp>
      </p:grpSp>
      <p:sp>
        <p:nvSpPr>
          <p:cNvPr id="34" name="Text Placeholder 29"/>
          <p:cNvSpPr>
            <a:spLocks noGrp="1"/>
          </p:cNvSpPr>
          <p:nvPr>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Enter Title Here</a:t>
            </a:r>
          </a:p>
        </p:txBody>
      </p:sp>
      <p:sp>
        <p:nvSpPr>
          <p:cNvPr id="38" name="Text Placeholder 31"/>
          <p:cNvSpPr>
            <a:spLocks noGrp="1"/>
          </p:cNvSpPr>
          <p:nvPr>
            <p:ph type="body" sz="quarter" idx="13" hasCustomPrompt="1"/>
          </p:nvPr>
        </p:nvSpPr>
        <p:spPr>
          <a:xfrm>
            <a:off x="596056" y="5314948"/>
            <a:ext cx="10917442" cy="570589"/>
          </a:xfrm>
        </p:spPr>
        <p:txBody>
          <a:bodyPr>
            <a:noAutofit/>
          </a:bodyPr>
          <a:lstStyle>
            <a:lvl1pPr marL="0" indent="0">
              <a:buFont typeface="Wingdings" panose="05000000000000000000" pitchFamily="2" charset="2"/>
              <a:buNone/>
              <a:defRPr sz="1200" b="0">
                <a:solidFill>
                  <a:schemeClr val="accent1"/>
                </a:solidFill>
              </a:defRPr>
            </a:lvl1pPr>
            <a:lvl2pPr marL="609447" indent="0">
              <a:buNone/>
              <a:defRPr/>
            </a:lvl2pPr>
            <a:lvl3pPr marL="1218895" indent="0">
              <a:buNone/>
              <a:defRPr/>
            </a:lvl3pPr>
            <a:lvl4pPr marL="1828343" indent="0">
              <a:buNone/>
              <a:defRPr/>
            </a:lvl4pPr>
            <a:lvl5pPr marL="2437790" indent="0">
              <a:buNone/>
              <a:defRPr/>
            </a:lvl5pPr>
          </a:lstStyle>
          <a:p>
            <a:pPr algn="just"/>
            <a:r>
              <a:rPr lang="en-US" sz="1400" dirty="0">
                <a:solidFill>
                  <a:schemeClr val="accent5"/>
                </a:solidFill>
                <a:latin typeface="Lato Light" panose="020F0402020204030203" pitchFamily="34" charset="0"/>
                <a:cs typeface="Lato Light" panose="020F0402020204030203" pitchFamily="34" charset="0"/>
              </a:rPr>
              <a:t>Click to add text</a:t>
            </a:r>
          </a:p>
        </p:txBody>
      </p:sp>
    </p:spTree>
    <p:extLst>
      <p:ext uri="{BB962C8B-B14F-4D97-AF65-F5344CB8AC3E}">
        <p14:creationId xmlns:p14="http://schemas.microsoft.com/office/powerpoint/2010/main" val="2839718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cxnSp>
        <p:nvCxnSpPr>
          <p:cNvPr id="17" name="Straight Connector 16"/>
          <p:cNvCxnSpPr/>
          <p:nvPr userDrawn="1"/>
        </p:nvCxnSpPr>
        <p:spPr>
          <a:xfrm>
            <a:off x="3926901" y="1365327"/>
            <a:ext cx="0" cy="4578273"/>
          </a:xfrm>
          <a:prstGeom prst="line">
            <a:avLst/>
          </a:prstGeom>
          <a:ln w="12700">
            <a:solidFill>
              <a:schemeClr val="tx2"/>
            </a:solidFill>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7572856" y="1365327"/>
            <a:ext cx="0" cy="4578273"/>
          </a:xfrm>
          <a:prstGeom prst="line">
            <a:avLst/>
          </a:prstGeom>
          <a:ln w="12700">
            <a:solidFill>
              <a:schemeClr val="tx2"/>
            </a:solidFill>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Snip Single Corner Rectangle 19"/>
          <p:cNvSpPr/>
          <p:nvPr/>
        </p:nvSpPr>
        <p:spPr>
          <a:xfrm>
            <a:off x="538737" y="1462633"/>
            <a:ext cx="2569546" cy="386806"/>
          </a:xfrm>
          <a:prstGeom prst="snip1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9" dirty="0">
              <a:latin typeface="+mn-lt"/>
            </a:endParaRPr>
          </a:p>
        </p:txBody>
      </p:sp>
      <p:sp>
        <p:nvSpPr>
          <p:cNvPr id="39" name="Text Placeholder 29"/>
          <p:cNvSpPr>
            <a:spLocks noGrp="1"/>
          </p:cNvSpPr>
          <p:nvPr userDrawn="1">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Enter Title Here</a:t>
            </a:r>
          </a:p>
        </p:txBody>
      </p:sp>
      <p:sp>
        <p:nvSpPr>
          <p:cNvPr id="4" name="Text Placeholder 3"/>
          <p:cNvSpPr>
            <a:spLocks noGrp="1"/>
          </p:cNvSpPr>
          <p:nvPr>
            <p:ph type="body" sz="quarter" idx="12" hasCustomPrompt="1"/>
          </p:nvPr>
        </p:nvSpPr>
        <p:spPr>
          <a:xfrm>
            <a:off x="538163" y="1482913"/>
            <a:ext cx="2570162" cy="346247"/>
          </a:xfrm>
        </p:spPr>
        <p:txBody>
          <a:bodyPr anchor="ctr">
            <a:noAutofit/>
          </a:bodyPr>
          <a:lstStyle>
            <a:lvl1pPr marL="0" indent="0" algn="l">
              <a:buNone/>
              <a:defRPr sz="1600" b="1">
                <a:solidFill>
                  <a:schemeClr val="bg1"/>
                </a:solidFill>
              </a:defRPr>
            </a:lvl1pPr>
          </a:lstStyle>
          <a:p>
            <a:pPr lvl="0"/>
            <a:r>
              <a:rPr lang="en-US" dirty="0"/>
              <a:t>Click to add text</a:t>
            </a:r>
          </a:p>
        </p:txBody>
      </p:sp>
      <p:sp>
        <p:nvSpPr>
          <p:cNvPr id="6" name="Text Placeholder 5"/>
          <p:cNvSpPr>
            <a:spLocks noGrp="1"/>
          </p:cNvSpPr>
          <p:nvPr>
            <p:ph type="body" sz="quarter" idx="13" hasCustomPrompt="1"/>
          </p:nvPr>
        </p:nvSpPr>
        <p:spPr>
          <a:xfrm>
            <a:off x="538163" y="2032458"/>
            <a:ext cx="2570162" cy="3434892"/>
          </a:xfrm>
        </p:spPr>
        <p:txBody>
          <a:bodyPr>
            <a:noAutofit/>
          </a:bodyPr>
          <a:lstStyle>
            <a:lvl1pPr marL="171450" marR="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sz="14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lvl="0"/>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p:txBody>
      </p:sp>
      <p:sp>
        <p:nvSpPr>
          <p:cNvPr id="40" name="Snip Single Corner Rectangle 39"/>
          <p:cNvSpPr/>
          <p:nvPr userDrawn="1"/>
        </p:nvSpPr>
        <p:spPr>
          <a:xfrm>
            <a:off x="4166501" y="1462633"/>
            <a:ext cx="2569546" cy="386806"/>
          </a:xfrm>
          <a:prstGeom prst="snip1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9" dirty="0">
              <a:latin typeface="+mn-lt"/>
            </a:endParaRPr>
          </a:p>
        </p:txBody>
      </p:sp>
      <p:sp>
        <p:nvSpPr>
          <p:cNvPr id="41" name="Text Placeholder 3"/>
          <p:cNvSpPr>
            <a:spLocks noGrp="1"/>
          </p:cNvSpPr>
          <p:nvPr>
            <p:ph type="body" sz="quarter" idx="14" hasCustomPrompt="1"/>
          </p:nvPr>
        </p:nvSpPr>
        <p:spPr>
          <a:xfrm>
            <a:off x="4165927" y="1482913"/>
            <a:ext cx="2570162" cy="346247"/>
          </a:xfrm>
        </p:spPr>
        <p:txBody>
          <a:bodyPr anchor="ctr">
            <a:noAutofit/>
          </a:bodyPr>
          <a:lstStyle>
            <a:lvl1pPr marL="0" indent="0" algn="l">
              <a:buNone/>
              <a:defRPr sz="1600" b="1">
                <a:solidFill>
                  <a:schemeClr val="bg1"/>
                </a:solidFill>
              </a:defRPr>
            </a:lvl1pPr>
          </a:lstStyle>
          <a:p>
            <a:pPr lvl="0"/>
            <a:r>
              <a:rPr lang="en-US" dirty="0"/>
              <a:t>Click to add text</a:t>
            </a:r>
          </a:p>
        </p:txBody>
      </p:sp>
      <p:sp>
        <p:nvSpPr>
          <p:cNvPr id="42" name="Text Placeholder 5"/>
          <p:cNvSpPr>
            <a:spLocks noGrp="1"/>
          </p:cNvSpPr>
          <p:nvPr>
            <p:ph type="body" sz="quarter" idx="15" hasCustomPrompt="1"/>
          </p:nvPr>
        </p:nvSpPr>
        <p:spPr>
          <a:xfrm>
            <a:off x="4165927" y="2032458"/>
            <a:ext cx="2570162" cy="3434892"/>
          </a:xfrm>
        </p:spPr>
        <p:txBody>
          <a:bodyPr>
            <a:noAutofit/>
          </a:bodyPr>
          <a:lstStyle>
            <a:lvl1pPr marL="171450" marR="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sz="14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lvl="0"/>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p:txBody>
      </p:sp>
      <p:sp>
        <p:nvSpPr>
          <p:cNvPr id="43" name="Snip Single Corner Rectangle 42"/>
          <p:cNvSpPr/>
          <p:nvPr userDrawn="1"/>
        </p:nvSpPr>
        <p:spPr>
          <a:xfrm>
            <a:off x="7860287" y="1462633"/>
            <a:ext cx="2569546" cy="386806"/>
          </a:xfrm>
          <a:prstGeom prst="snip1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9" dirty="0">
              <a:latin typeface="+mn-lt"/>
            </a:endParaRPr>
          </a:p>
        </p:txBody>
      </p:sp>
      <p:sp>
        <p:nvSpPr>
          <p:cNvPr id="44" name="Text Placeholder 3"/>
          <p:cNvSpPr>
            <a:spLocks noGrp="1"/>
          </p:cNvSpPr>
          <p:nvPr>
            <p:ph type="body" sz="quarter" idx="16" hasCustomPrompt="1"/>
          </p:nvPr>
        </p:nvSpPr>
        <p:spPr>
          <a:xfrm>
            <a:off x="7859713" y="1482913"/>
            <a:ext cx="2570162" cy="346247"/>
          </a:xfrm>
        </p:spPr>
        <p:txBody>
          <a:bodyPr anchor="ctr">
            <a:noAutofit/>
          </a:bodyPr>
          <a:lstStyle>
            <a:lvl1pPr marL="0" indent="0" algn="l">
              <a:buNone/>
              <a:defRPr sz="1600" b="1">
                <a:solidFill>
                  <a:schemeClr val="bg1"/>
                </a:solidFill>
              </a:defRPr>
            </a:lvl1pPr>
          </a:lstStyle>
          <a:p>
            <a:pPr lvl="0"/>
            <a:r>
              <a:rPr lang="en-US" dirty="0"/>
              <a:t>Click to add text</a:t>
            </a:r>
          </a:p>
        </p:txBody>
      </p:sp>
      <p:sp>
        <p:nvSpPr>
          <p:cNvPr id="45" name="Text Placeholder 5"/>
          <p:cNvSpPr>
            <a:spLocks noGrp="1"/>
          </p:cNvSpPr>
          <p:nvPr>
            <p:ph type="body" sz="quarter" idx="17" hasCustomPrompt="1"/>
          </p:nvPr>
        </p:nvSpPr>
        <p:spPr>
          <a:xfrm>
            <a:off x="7859713" y="2032458"/>
            <a:ext cx="2570162" cy="3434892"/>
          </a:xfrm>
        </p:spPr>
        <p:txBody>
          <a:bodyPr>
            <a:noAutofit/>
          </a:bodyPr>
          <a:lstStyle>
            <a:lvl1pPr marL="171450" marR="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sz="14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lvl="0"/>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a:p>
            <a:pPr marL="171450" marR="0" lvl="0" indent="-171450" algn="l" defTabSz="609448" rtl="0" eaLnBrk="1" fontAlgn="auto" latinLnBrk="0" hangingPunct="1">
              <a:lnSpc>
                <a:spcPct val="100000"/>
              </a:lnSpc>
              <a:spcBef>
                <a:spcPts val="600"/>
              </a:spcBef>
              <a:spcAft>
                <a:spcPts val="600"/>
              </a:spcAft>
              <a:buClrTx/>
              <a:buSzTx/>
              <a:buFont typeface="Wingdings" panose="05000000000000000000" pitchFamily="2" charset="2"/>
              <a:buChar char="§"/>
              <a:tabLst>
                <a:tab pos="171450" algn="l"/>
              </a:tabLst>
              <a:defRPr/>
            </a:pPr>
            <a:r>
              <a:rPr lang="en-US" dirty="0"/>
              <a:t>Click to add text</a:t>
            </a:r>
          </a:p>
        </p:txBody>
      </p:sp>
    </p:spTree>
    <p:extLst>
      <p:ext uri="{BB962C8B-B14F-4D97-AF65-F5344CB8AC3E}">
        <p14:creationId xmlns:p14="http://schemas.microsoft.com/office/powerpoint/2010/main" val="463365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Layout 1">
    <p:spTree>
      <p:nvGrpSpPr>
        <p:cNvPr id="1" name=""/>
        <p:cNvGrpSpPr/>
        <p:nvPr/>
      </p:nvGrpSpPr>
      <p:grpSpPr>
        <a:xfrm>
          <a:off x="0" y="0"/>
          <a:ext cx="0" cy="0"/>
          <a:chOff x="0" y="0"/>
          <a:chExt cx="0" cy="0"/>
        </a:xfrm>
      </p:grpSpPr>
      <p:sp>
        <p:nvSpPr>
          <p:cNvPr id="39" name="Text Placeholder 29"/>
          <p:cNvSpPr>
            <a:spLocks noGrp="1"/>
          </p:cNvSpPr>
          <p:nvPr userDrawn="1">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Enter Title Here</a:t>
            </a:r>
          </a:p>
        </p:txBody>
      </p:sp>
      <p:sp>
        <p:nvSpPr>
          <p:cNvPr id="14" name="Rectangle 135"/>
          <p:cNvSpPr>
            <a:spLocks noChangeArrowheads="1"/>
          </p:cNvSpPr>
          <p:nvPr userDrawn="1"/>
        </p:nvSpPr>
        <p:spPr bwMode="auto">
          <a:xfrm>
            <a:off x="1518727" y="3765550"/>
            <a:ext cx="8356600" cy="320675"/>
          </a:xfrm>
          <a:prstGeom prst="rect">
            <a:avLst/>
          </a:prstGeom>
          <a:gradFill rotWithShape="1">
            <a:gsLst>
              <a:gs pos="0">
                <a:schemeClr val="accent1">
                  <a:lumMod val="10000"/>
                </a:schemeClr>
              </a:gs>
              <a:gs pos="100000">
                <a:schemeClr val="tx2">
                  <a:alpha val="0"/>
                </a:schemeClr>
              </a:gs>
            </a:gsLst>
            <a:lin ang="5400000" scaled="1"/>
          </a:gradFill>
          <a:ln w="9525">
            <a:noFill/>
            <a:miter lim="800000"/>
            <a:headEnd/>
            <a:tailEnd/>
          </a:ln>
        </p:spPr>
        <p:txBody>
          <a:bodyPr wrap="none" anchor="ctr"/>
          <a:lstStyle/>
          <a:p>
            <a:pPr>
              <a:defRPr/>
            </a:pPr>
            <a:endParaRPr lang="en-US" dirty="0">
              <a:latin typeface="Calibri" pitchFamily="-111" charset="0"/>
            </a:endParaRPr>
          </a:p>
        </p:txBody>
      </p:sp>
      <p:sp>
        <p:nvSpPr>
          <p:cNvPr id="15" name="Pentagon 780"/>
          <p:cNvSpPr>
            <a:spLocks noChangeArrowheads="1"/>
          </p:cNvSpPr>
          <p:nvPr userDrawn="1"/>
        </p:nvSpPr>
        <p:spPr bwMode="auto">
          <a:xfrm>
            <a:off x="8597391" y="3492499"/>
            <a:ext cx="1457325" cy="457200"/>
          </a:xfrm>
          <a:prstGeom prst="homePlate">
            <a:avLst>
              <a:gd name="adj" fmla="val 40316"/>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16" name="Rectangle 445"/>
          <p:cNvSpPr>
            <a:spLocks noChangeArrowheads="1"/>
          </p:cNvSpPr>
          <p:nvPr userDrawn="1"/>
        </p:nvSpPr>
        <p:spPr bwMode="auto">
          <a:xfrm>
            <a:off x="2926841" y="3492499"/>
            <a:ext cx="1412875" cy="457200"/>
          </a:xfrm>
          <a:prstGeom prst="rect">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19" name="Rectangle 446"/>
          <p:cNvSpPr>
            <a:spLocks noChangeArrowheads="1"/>
          </p:cNvSpPr>
          <p:nvPr userDrawn="1"/>
        </p:nvSpPr>
        <p:spPr bwMode="auto">
          <a:xfrm>
            <a:off x="4341302" y="3492499"/>
            <a:ext cx="1414463" cy="457200"/>
          </a:xfrm>
          <a:prstGeom prst="rect">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21" name="Rectangle 447"/>
          <p:cNvSpPr>
            <a:spLocks noChangeArrowheads="1"/>
          </p:cNvSpPr>
          <p:nvPr userDrawn="1"/>
        </p:nvSpPr>
        <p:spPr bwMode="auto">
          <a:xfrm>
            <a:off x="5757351" y="3492499"/>
            <a:ext cx="1414463" cy="457200"/>
          </a:xfrm>
          <a:prstGeom prst="rect">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22" name="Rectangle 448"/>
          <p:cNvSpPr>
            <a:spLocks noChangeArrowheads="1"/>
          </p:cNvSpPr>
          <p:nvPr userDrawn="1"/>
        </p:nvSpPr>
        <p:spPr bwMode="auto">
          <a:xfrm>
            <a:off x="7174989" y="3492499"/>
            <a:ext cx="1414461" cy="457200"/>
          </a:xfrm>
          <a:prstGeom prst="rect">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23" name="Rectangle 445"/>
          <p:cNvSpPr>
            <a:spLocks noChangeArrowheads="1"/>
          </p:cNvSpPr>
          <p:nvPr userDrawn="1"/>
        </p:nvSpPr>
        <p:spPr bwMode="auto">
          <a:xfrm>
            <a:off x="1509203" y="3492499"/>
            <a:ext cx="1412875" cy="457200"/>
          </a:xfrm>
          <a:prstGeom prst="rect">
            <a:avLst/>
          </a:prstGeom>
          <a:gradFill rotWithShape="1">
            <a:gsLst>
              <a:gs pos="0">
                <a:schemeClr val="accent3"/>
              </a:gs>
              <a:gs pos="100000">
                <a:schemeClr val="accent3">
                  <a:lumMod val="50000"/>
                </a:schemeClr>
              </a:gs>
            </a:gsLst>
            <a:lin ang="5400000" scaled="1"/>
          </a:gradFill>
          <a:ln w="12700">
            <a:solidFill>
              <a:schemeClr val="bg1"/>
            </a:solidFill>
            <a:round/>
            <a:headEnd/>
            <a:tailEnd/>
          </a:ln>
        </p:spPr>
        <p:txBody>
          <a:bodyPr anchor="ctr"/>
          <a:lstStyle/>
          <a:p>
            <a:pPr indent="-342900" algn="ctr" defTabSz="914400"/>
            <a:endParaRPr lang="en-US" noProof="1">
              <a:latin typeface="Calibri" pitchFamily="-111" charset="0"/>
            </a:endParaRPr>
          </a:p>
        </p:txBody>
      </p:sp>
      <p:sp>
        <p:nvSpPr>
          <p:cNvPr id="29" name="Nedadgående pil 95"/>
          <p:cNvSpPr>
            <a:spLocks noChangeArrowheads="1"/>
          </p:cNvSpPr>
          <p:nvPr userDrawn="1"/>
        </p:nvSpPr>
        <p:spPr bwMode="auto">
          <a:xfrm>
            <a:off x="2141028" y="2976562"/>
            <a:ext cx="250825" cy="538163"/>
          </a:xfrm>
          <a:prstGeom prst="downArrow">
            <a:avLst>
              <a:gd name="adj1" fmla="val 50000"/>
              <a:gd name="adj2" fmla="val 50004"/>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30" name="Nedadgående pil 229"/>
          <p:cNvSpPr>
            <a:spLocks noChangeArrowheads="1"/>
          </p:cNvSpPr>
          <p:nvPr userDrawn="1"/>
        </p:nvSpPr>
        <p:spPr bwMode="auto">
          <a:xfrm>
            <a:off x="4808028" y="2976562"/>
            <a:ext cx="250825" cy="538163"/>
          </a:xfrm>
          <a:prstGeom prst="downArrow">
            <a:avLst>
              <a:gd name="adj1" fmla="val 50000"/>
              <a:gd name="adj2" fmla="val 50004"/>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31" name="Nedadgående pil 296"/>
          <p:cNvSpPr>
            <a:spLocks noChangeArrowheads="1"/>
          </p:cNvSpPr>
          <p:nvPr userDrawn="1"/>
        </p:nvSpPr>
        <p:spPr bwMode="auto">
          <a:xfrm>
            <a:off x="7573452" y="2965449"/>
            <a:ext cx="249238" cy="538162"/>
          </a:xfrm>
          <a:prstGeom prst="downArrow">
            <a:avLst>
              <a:gd name="adj1" fmla="val 50000"/>
              <a:gd name="adj2" fmla="val 50002"/>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33" name="Freeform 1013"/>
          <p:cNvSpPr>
            <a:spLocks noEditPoints="1"/>
          </p:cNvSpPr>
          <p:nvPr/>
        </p:nvSpPr>
        <p:spPr bwMode="auto">
          <a:xfrm>
            <a:off x="6898086" y="1184761"/>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p:spPr>
        <p:txBody>
          <a:bodyPr/>
          <a:lstStyle/>
          <a:p>
            <a:pPr>
              <a:defRPr/>
            </a:pPr>
            <a:endParaRPr lang="da-DK">
              <a:ea typeface="ＭＳ Ｐゴシック" pitchFamily="-97" charset="-128"/>
            </a:endParaRPr>
          </a:p>
        </p:txBody>
      </p:sp>
      <p:sp>
        <p:nvSpPr>
          <p:cNvPr id="34" name="Freeform 1014"/>
          <p:cNvSpPr>
            <a:spLocks/>
          </p:cNvSpPr>
          <p:nvPr/>
        </p:nvSpPr>
        <p:spPr bwMode="auto">
          <a:xfrm>
            <a:off x="7486461" y="2536891"/>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5" name="Freeform 1015"/>
          <p:cNvSpPr>
            <a:spLocks/>
          </p:cNvSpPr>
          <p:nvPr/>
        </p:nvSpPr>
        <p:spPr bwMode="auto">
          <a:xfrm>
            <a:off x="7439315" y="2557635"/>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 name="Freeform 1016"/>
          <p:cNvSpPr>
            <a:spLocks/>
          </p:cNvSpPr>
          <p:nvPr/>
        </p:nvSpPr>
        <p:spPr bwMode="auto">
          <a:xfrm>
            <a:off x="7456288" y="2531234"/>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 name="Freeform 1017"/>
          <p:cNvSpPr>
            <a:spLocks noEditPoints="1"/>
          </p:cNvSpPr>
          <p:nvPr/>
        </p:nvSpPr>
        <p:spPr bwMode="auto">
          <a:xfrm>
            <a:off x="7477032" y="2531234"/>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 name="Freeform 1018"/>
          <p:cNvSpPr>
            <a:spLocks/>
          </p:cNvSpPr>
          <p:nvPr/>
        </p:nvSpPr>
        <p:spPr bwMode="auto">
          <a:xfrm>
            <a:off x="8391652" y="2551978"/>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6" name="Freeform 1019"/>
          <p:cNvSpPr>
            <a:spLocks/>
          </p:cNvSpPr>
          <p:nvPr/>
        </p:nvSpPr>
        <p:spPr bwMode="auto">
          <a:xfrm>
            <a:off x="8429369" y="2531234"/>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7" name="Freeform 1020"/>
          <p:cNvSpPr>
            <a:spLocks/>
          </p:cNvSpPr>
          <p:nvPr/>
        </p:nvSpPr>
        <p:spPr bwMode="auto">
          <a:xfrm>
            <a:off x="7939056" y="2531234"/>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8" name="Freeform 1021"/>
          <p:cNvSpPr>
            <a:spLocks/>
          </p:cNvSpPr>
          <p:nvPr/>
        </p:nvSpPr>
        <p:spPr bwMode="auto">
          <a:xfrm>
            <a:off x="7535492" y="2533120"/>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9" name="Freeform 1022"/>
          <p:cNvSpPr>
            <a:spLocks/>
          </p:cNvSpPr>
          <p:nvPr/>
        </p:nvSpPr>
        <p:spPr bwMode="auto">
          <a:xfrm>
            <a:off x="7601495"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0" name="Freeform 1023"/>
          <p:cNvSpPr>
            <a:spLocks/>
          </p:cNvSpPr>
          <p:nvPr/>
        </p:nvSpPr>
        <p:spPr bwMode="auto">
          <a:xfrm>
            <a:off x="7622239" y="2533120"/>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1" name="Freeform 1024"/>
          <p:cNvSpPr>
            <a:spLocks/>
          </p:cNvSpPr>
          <p:nvPr/>
        </p:nvSpPr>
        <p:spPr bwMode="auto">
          <a:xfrm>
            <a:off x="7667499"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2" name="Freeform 1025"/>
          <p:cNvSpPr>
            <a:spLocks/>
          </p:cNvSpPr>
          <p:nvPr/>
        </p:nvSpPr>
        <p:spPr bwMode="auto">
          <a:xfrm>
            <a:off x="7699558" y="2533120"/>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3" name="Freeform 1026"/>
          <p:cNvSpPr>
            <a:spLocks/>
          </p:cNvSpPr>
          <p:nvPr/>
        </p:nvSpPr>
        <p:spPr bwMode="auto">
          <a:xfrm>
            <a:off x="7688243" y="253312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4" name="Freeform 1027"/>
          <p:cNvSpPr>
            <a:spLocks/>
          </p:cNvSpPr>
          <p:nvPr/>
        </p:nvSpPr>
        <p:spPr bwMode="auto">
          <a:xfrm>
            <a:off x="7754246"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5" name="Freeform 1028"/>
          <p:cNvSpPr>
            <a:spLocks/>
          </p:cNvSpPr>
          <p:nvPr/>
        </p:nvSpPr>
        <p:spPr bwMode="auto">
          <a:xfrm>
            <a:off x="7776876" y="253312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6" name="Freeform 1029"/>
          <p:cNvSpPr>
            <a:spLocks/>
          </p:cNvSpPr>
          <p:nvPr/>
        </p:nvSpPr>
        <p:spPr bwMode="auto">
          <a:xfrm>
            <a:off x="7799506" y="253312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7" name="Freeform 1030"/>
          <p:cNvSpPr>
            <a:spLocks/>
          </p:cNvSpPr>
          <p:nvPr/>
        </p:nvSpPr>
        <p:spPr bwMode="auto">
          <a:xfrm>
            <a:off x="7820250" y="253312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8" name="Freeform 1031"/>
          <p:cNvSpPr>
            <a:spLocks/>
          </p:cNvSpPr>
          <p:nvPr/>
        </p:nvSpPr>
        <p:spPr bwMode="auto">
          <a:xfrm>
            <a:off x="7842880" y="2533120"/>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59" name="Freeform 1032"/>
          <p:cNvSpPr>
            <a:spLocks/>
          </p:cNvSpPr>
          <p:nvPr/>
        </p:nvSpPr>
        <p:spPr bwMode="auto">
          <a:xfrm>
            <a:off x="8025804" y="2533120"/>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0" name="Freeform 1033"/>
          <p:cNvSpPr>
            <a:spLocks/>
          </p:cNvSpPr>
          <p:nvPr/>
        </p:nvSpPr>
        <p:spPr bwMode="auto">
          <a:xfrm>
            <a:off x="8091808"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1" name="Freeform 1034"/>
          <p:cNvSpPr>
            <a:spLocks/>
          </p:cNvSpPr>
          <p:nvPr/>
        </p:nvSpPr>
        <p:spPr bwMode="auto">
          <a:xfrm>
            <a:off x="8114437" y="2533120"/>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2" name="Freeform 1035"/>
          <p:cNvSpPr>
            <a:spLocks/>
          </p:cNvSpPr>
          <p:nvPr/>
        </p:nvSpPr>
        <p:spPr bwMode="auto">
          <a:xfrm>
            <a:off x="8157811"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3" name="Freeform 1036"/>
          <p:cNvSpPr>
            <a:spLocks/>
          </p:cNvSpPr>
          <p:nvPr/>
        </p:nvSpPr>
        <p:spPr bwMode="auto">
          <a:xfrm>
            <a:off x="8191756" y="2533120"/>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4" name="Freeform 1037"/>
          <p:cNvSpPr>
            <a:spLocks/>
          </p:cNvSpPr>
          <p:nvPr/>
        </p:nvSpPr>
        <p:spPr bwMode="auto">
          <a:xfrm>
            <a:off x="8180441" y="253312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5" name="Freeform 1038"/>
          <p:cNvSpPr>
            <a:spLocks/>
          </p:cNvSpPr>
          <p:nvPr/>
        </p:nvSpPr>
        <p:spPr bwMode="auto">
          <a:xfrm>
            <a:off x="8246444" y="253312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6" name="Freeform 1039"/>
          <p:cNvSpPr>
            <a:spLocks/>
          </p:cNvSpPr>
          <p:nvPr/>
        </p:nvSpPr>
        <p:spPr bwMode="auto">
          <a:xfrm>
            <a:off x="8267188" y="2533120"/>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7" name="Freeform 1040"/>
          <p:cNvSpPr>
            <a:spLocks/>
          </p:cNvSpPr>
          <p:nvPr/>
        </p:nvSpPr>
        <p:spPr bwMode="auto">
          <a:xfrm>
            <a:off x="8289818" y="253312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8" name="Freeform 1041"/>
          <p:cNvSpPr>
            <a:spLocks/>
          </p:cNvSpPr>
          <p:nvPr/>
        </p:nvSpPr>
        <p:spPr bwMode="auto">
          <a:xfrm>
            <a:off x="8312448" y="253312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69" name="Freeform 1042"/>
          <p:cNvSpPr>
            <a:spLocks/>
          </p:cNvSpPr>
          <p:nvPr/>
        </p:nvSpPr>
        <p:spPr bwMode="auto">
          <a:xfrm>
            <a:off x="8333192" y="2533120"/>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0" name="Freeform 1043"/>
          <p:cNvSpPr>
            <a:spLocks/>
          </p:cNvSpPr>
          <p:nvPr/>
        </p:nvSpPr>
        <p:spPr bwMode="auto">
          <a:xfrm>
            <a:off x="8165354" y="1201733"/>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1" name="Freeform 1044"/>
          <p:cNvSpPr>
            <a:spLocks/>
          </p:cNvSpPr>
          <p:nvPr/>
        </p:nvSpPr>
        <p:spPr bwMode="auto">
          <a:xfrm>
            <a:off x="7844766" y="1201733"/>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72" name="Freeform 1045"/>
          <p:cNvSpPr>
            <a:spLocks/>
          </p:cNvSpPr>
          <p:nvPr/>
        </p:nvSpPr>
        <p:spPr bwMode="auto">
          <a:xfrm>
            <a:off x="8121981" y="1205505"/>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73" name="Freeform 1046"/>
          <p:cNvSpPr>
            <a:spLocks/>
          </p:cNvSpPr>
          <p:nvPr/>
        </p:nvSpPr>
        <p:spPr bwMode="auto">
          <a:xfrm>
            <a:off x="8093693" y="1205505"/>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74" name="Freeform 1047"/>
          <p:cNvSpPr>
            <a:spLocks/>
          </p:cNvSpPr>
          <p:nvPr/>
        </p:nvSpPr>
        <p:spPr bwMode="auto">
          <a:xfrm>
            <a:off x="7652412" y="1197962"/>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5" name="Freeform 1048"/>
          <p:cNvSpPr>
            <a:spLocks/>
          </p:cNvSpPr>
          <p:nvPr/>
        </p:nvSpPr>
        <p:spPr bwMode="auto">
          <a:xfrm>
            <a:off x="8057863" y="1199848"/>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6" name="Freeform 1049"/>
          <p:cNvSpPr>
            <a:spLocks noEditPoints="1"/>
          </p:cNvSpPr>
          <p:nvPr/>
        </p:nvSpPr>
        <p:spPr bwMode="auto">
          <a:xfrm>
            <a:off x="8086150" y="1199848"/>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7" name="Freeform 1050"/>
          <p:cNvSpPr>
            <a:spLocks noEditPoints="1"/>
          </p:cNvSpPr>
          <p:nvPr/>
        </p:nvSpPr>
        <p:spPr bwMode="auto">
          <a:xfrm>
            <a:off x="8114437" y="1199848"/>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78" name="Rectangle 1051"/>
          <p:cNvSpPr>
            <a:spLocks noChangeArrowheads="1"/>
          </p:cNvSpPr>
          <p:nvPr/>
        </p:nvSpPr>
        <p:spPr bwMode="auto">
          <a:xfrm>
            <a:off x="8144610" y="1214934"/>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79" name="Freeform 1052"/>
          <p:cNvSpPr>
            <a:spLocks/>
          </p:cNvSpPr>
          <p:nvPr/>
        </p:nvSpPr>
        <p:spPr bwMode="auto">
          <a:xfrm>
            <a:off x="7263934" y="1199848"/>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0" name="Freeform 1053"/>
          <p:cNvSpPr>
            <a:spLocks/>
          </p:cNvSpPr>
          <p:nvPr/>
        </p:nvSpPr>
        <p:spPr bwMode="auto">
          <a:xfrm>
            <a:off x="7295993" y="1199848"/>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1" name="Rectangle 1054"/>
          <p:cNvSpPr>
            <a:spLocks noChangeArrowheads="1"/>
          </p:cNvSpPr>
          <p:nvPr/>
        </p:nvSpPr>
        <p:spPr bwMode="auto">
          <a:xfrm>
            <a:off x="7248848" y="1199848"/>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82" name="Freeform 1055"/>
          <p:cNvSpPr>
            <a:spLocks/>
          </p:cNvSpPr>
          <p:nvPr/>
        </p:nvSpPr>
        <p:spPr bwMode="auto">
          <a:xfrm>
            <a:off x="7216789" y="1199848"/>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3" name="Freeform 1056"/>
          <p:cNvSpPr>
            <a:spLocks/>
          </p:cNvSpPr>
          <p:nvPr/>
        </p:nvSpPr>
        <p:spPr bwMode="auto">
          <a:xfrm>
            <a:off x="7927742" y="1196076"/>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4" name="Freeform 1057"/>
          <p:cNvSpPr>
            <a:spLocks noEditPoints="1"/>
          </p:cNvSpPr>
          <p:nvPr/>
        </p:nvSpPr>
        <p:spPr bwMode="auto">
          <a:xfrm>
            <a:off x="7837222" y="1196076"/>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5" name="Freeform 1058"/>
          <p:cNvSpPr>
            <a:spLocks/>
          </p:cNvSpPr>
          <p:nvPr/>
        </p:nvSpPr>
        <p:spPr bwMode="auto">
          <a:xfrm>
            <a:off x="7895683" y="1197962"/>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6" name="Freeform 1059"/>
          <p:cNvSpPr>
            <a:spLocks/>
          </p:cNvSpPr>
          <p:nvPr/>
        </p:nvSpPr>
        <p:spPr bwMode="auto">
          <a:xfrm>
            <a:off x="7865510" y="1196076"/>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7" name="Freeform 1060"/>
          <p:cNvSpPr>
            <a:spLocks/>
          </p:cNvSpPr>
          <p:nvPr/>
        </p:nvSpPr>
        <p:spPr bwMode="auto">
          <a:xfrm>
            <a:off x="7371426" y="2553864"/>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8" name="Freeform 1061"/>
          <p:cNvSpPr>
            <a:spLocks/>
          </p:cNvSpPr>
          <p:nvPr/>
        </p:nvSpPr>
        <p:spPr bwMode="auto">
          <a:xfrm>
            <a:off x="7409142" y="2533120"/>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89" name="Freeform 1062"/>
          <p:cNvSpPr>
            <a:spLocks/>
          </p:cNvSpPr>
          <p:nvPr/>
        </p:nvSpPr>
        <p:spPr bwMode="auto">
          <a:xfrm>
            <a:off x="6918830" y="2533120"/>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0" name="Freeform 1063"/>
          <p:cNvSpPr>
            <a:spLocks/>
          </p:cNvSpPr>
          <p:nvPr/>
        </p:nvSpPr>
        <p:spPr bwMode="auto">
          <a:xfrm>
            <a:off x="7005578" y="2535006"/>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1" name="Freeform 1064"/>
          <p:cNvSpPr>
            <a:spLocks/>
          </p:cNvSpPr>
          <p:nvPr/>
        </p:nvSpPr>
        <p:spPr bwMode="auto">
          <a:xfrm>
            <a:off x="7071581" y="2535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2" name="Freeform 1065"/>
          <p:cNvSpPr>
            <a:spLocks/>
          </p:cNvSpPr>
          <p:nvPr/>
        </p:nvSpPr>
        <p:spPr bwMode="auto">
          <a:xfrm>
            <a:off x="7094211" y="2535006"/>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3" name="Freeform 1066"/>
          <p:cNvSpPr>
            <a:spLocks/>
          </p:cNvSpPr>
          <p:nvPr/>
        </p:nvSpPr>
        <p:spPr bwMode="auto">
          <a:xfrm>
            <a:off x="7137585" y="2535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4" name="Freeform 1067"/>
          <p:cNvSpPr>
            <a:spLocks/>
          </p:cNvSpPr>
          <p:nvPr/>
        </p:nvSpPr>
        <p:spPr bwMode="auto">
          <a:xfrm>
            <a:off x="7171529" y="2535006"/>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5" name="Freeform 1068"/>
          <p:cNvSpPr>
            <a:spLocks/>
          </p:cNvSpPr>
          <p:nvPr/>
        </p:nvSpPr>
        <p:spPr bwMode="auto">
          <a:xfrm>
            <a:off x="7160214" y="2535006"/>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6" name="Freeform 1069"/>
          <p:cNvSpPr>
            <a:spLocks/>
          </p:cNvSpPr>
          <p:nvPr/>
        </p:nvSpPr>
        <p:spPr bwMode="auto">
          <a:xfrm>
            <a:off x="7226218" y="2535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7" name="Freeform 1070"/>
          <p:cNvSpPr>
            <a:spLocks/>
          </p:cNvSpPr>
          <p:nvPr/>
        </p:nvSpPr>
        <p:spPr bwMode="auto">
          <a:xfrm>
            <a:off x="7246962" y="2535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8" name="Freeform 1071"/>
          <p:cNvSpPr>
            <a:spLocks/>
          </p:cNvSpPr>
          <p:nvPr/>
        </p:nvSpPr>
        <p:spPr bwMode="auto">
          <a:xfrm>
            <a:off x="7269592" y="2535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99" name="Freeform 1072"/>
          <p:cNvSpPr>
            <a:spLocks/>
          </p:cNvSpPr>
          <p:nvPr/>
        </p:nvSpPr>
        <p:spPr bwMode="auto">
          <a:xfrm>
            <a:off x="7292222" y="2535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00" name="Freeform 1073"/>
          <p:cNvSpPr>
            <a:spLocks/>
          </p:cNvSpPr>
          <p:nvPr/>
        </p:nvSpPr>
        <p:spPr bwMode="auto">
          <a:xfrm>
            <a:off x="7312966" y="2535006"/>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01" name="Freeform 1075"/>
          <p:cNvSpPr>
            <a:spLocks/>
          </p:cNvSpPr>
          <p:nvPr/>
        </p:nvSpPr>
        <p:spPr bwMode="auto">
          <a:xfrm>
            <a:off x="6969747" y="1394087"/>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12700">
            <a:noFill/>
            <a:round/>
            <a:headEnd/>
            <a:tailEnd/>
          </a:ln>
          <a:effectLst/>
        </p:spPr>
        <p:txBody>
          <a:bodyPr wrap="none" anchor="ctr"/>
          <a:lstStyle/>
          <a:p>
            <a:pPr>
              <a:defRPr/>
            </a:pPr>
            <a:endParaRPr lang="da-DK">
              <a:latin typeface="Arial" pitchFamily="34" charset="0"/>
              <a:ea typeface="ＭＳ Ｐゴシック" pitchFamily="-97" charset="-128"/>
            </a:endParaRPr>
          </a:p>
        </p:txBody>
      </p:sp>
      <p:sp>
        <p:nvSpPr>
          <p:cNvPr id="102" name="Nedadgående pil 363"/>
          <p:cNvSpPr>
            <a:spLocks noChangeArrowheads="1"/>
          </p:cNvSpPr>
          <p:nvPr userDrawn="1"/>
        </p:nvSpPr>
        <p:spPr bwMode="auto">
          <a:xfrm rot="10800000">
            <a:off x="3698366" y="3867149"/>
            <a:ext cx="249237" cy="538162"/>
          </a:xfrm>
          <a:prstGeom prst="downArrow">
            <a:avLst>
              <a:gd name="adj1" fmla="val 50000"/>
              <a:gd name="adj2" fmla="val 50002"/>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103" name="Nedadgående pil 430"/>
          <p:cNvSpPr>
            <a:spLocks noChangeArrowheads="1"/>
          </p:cNvSpPr>
          <p:nvPr userDrawn="1"/>
        </p:nvSpPr>
        <p:spPr bwMode="auto">
          <a:xfrm rot="10800000">
            <a:off x="6298691" y="3844924"/>
            <a:ext cx="250825" cy="538162"/>
          </a:xfrm>
          <a:prstGeom prst="downArrow">
            <a:avLst>
              <a:gd name="adj1" fmla="val 50000"/>
              <a:gd name="adj2" fmla="val 50004"/>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104" name="Nedadgående pil 497"/>
          <p:cNvSpPr>
            <a:spLocks noChangeArrowheads="1"/>
          </p:cNvSpPr>
          <p:nvPr userDrawn="1"/>
        </p:nvSpPr>
        <p:spPr bwMode="auto">
          <a:xfrm rot="10800000">
            <a:off x="9032366" y="3856037"/>
            <a:ext cx="249237" cy="538163"/>
          </a:xfrm>
          <a:prstGeom prst="downArrow">
            <a:avLst>
              <a:gd name="adj1" fmla="val 50000"/>
              <a:gd name="adj2" fmla="val 50002"/>
            </a:avLst>
          </a:prstGeom>
          <a:solidFill>
            <a:srgbClr val="0070C0"/>
          </a:solidFill>
          <a:ln w="9525">
            <a:noFill/>
            <a:miter lim="800000"/>
            <a:headEnd/>
            <a:tailEnd/>
          </a:ln>
          <a:effectLst>
            <a:outerShdw blurRad="63500" dist="38100" dir="5400000" algn="t" rotWithShape="0">
              <a:srgbClr val="000000">
                <a:alpha val="39999"/>
              </a:srgbClr>
            </a:outerShdw>
          </a:effectLst>
        </p:spPr>
        <p:txBody>
          <a:bodyPr anchor="ctr"/>
          <a:lstStyle/>
          <a:p>
            <a:pPr indent="-342900" algn="ctr">
              <a:buFont typeface="Calibri" pitchFamily="-111" charset="0"/>
              <a:buAutoNum type="arabicPeriod"/>
              <a:defRPr/>
            </a:pPr>
            <a:endParaRPr lang="en-US" dirty="0">
              <a:solidFill>
                <a:srgbClr val="FFFFFF"/>
              </a:solidFill>
              <a:latin typeface="Calibri" pitchFamily="-111" charset="0"/>
            </a:endParaRPr>
          </a:p>
        </p:txBody>
      </p:sp>
      <p:sp>
        <p:nvSpPr>
          <p:cNvPr id="105" name="Rektangel 298"/>
          <p:cNvSpPr>
            <a:spLocks noChangeArrowheads="1"/>
          </p:cNvSpPr>
          <p:nvPr userDrawn="1"/>
        </p:nvSpPr>
        <p:spPr bwMode="auto">
          <a:xfrm>
            <a:off x="6887653" y="2728910"/>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107" name="Freeform 1013"/>
          <p:cNvSpPr>
            <a:spLocks noEditPoints="1"/>
          </p:cNvSpPr>
          <p:nvPr userDrawn="1"/>
        </p:nvSpPr>
        <p:spPr bwMode="auto">
          <a:xfrm>
            <a:off x="1466114" y="1195651"/>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p:spPr>
        <p:txBody>
          <a:bodyPr/>
          <a:lstStyle/>
          <a:p>
            <a:pPr>
              <a:defRPr/>
            </a:pPr>
            <a:endParaRPr lang="da-DK">
              <a:ea typeface="ＭＳ Ｐゴシック" pitchFamily="-97" charset="-128"/>
            </a:endParaRPr>
          </a:p>
        </p:txBody>
      </p:sp>
      <p:sp>
        <p:nvSpPr>
          <p:cNvPr id="108" name="Freeform 1014"/>
          <p:cNvSpPr>
            <a:spLocks/>
          </p:cNvSpPr>
          <p:nvPr userDrawn="1"/>
        </p:nvSpPr>
        <p:spPr bwMode="auto">
          <a:xfrm>
            <a:off x="2054489" y="2547781"/>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109" name="Freeform 1015"/>
          <p:cNvSpPr>
            <a:spLocks/>
          </p:cNvSpPr>
          <p:nvPr userDrawn="1"/>
        </p:nvSpPr>
        <p:spPr bwMode="auto">
          <a:xfrm>
            <a:off x="2007343" y="2568525"/>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0" name="Freeform 1016"/>
          <p:cNvSpPr>
            <a:spLocks/>
          </p:cNvSpPr>
          <p:nvPr userDrawn="1"/>
        </p:nvSpPr>
        <p:spPr bwMode="auto">
          <a:xfrm>
            <a:off x="2024316" y="2542124"/>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1" name="Freeform 1017"/>
          <p:cNvSpPr>
            <a:spLocks noEditPoints="1"/>
          </p:cNvSpPr>
          <p:nvPr userDrawn="1"/>
        </p:nvSpPr>
        <p:spPr bwMode="auto">
          <a:xfrm>
            <a:off x="2045060" y="2542124"/>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2" name="Freeform 1018"/>
          <p:cNvSpPr>
            <a:spLocks/>
          </p:cNvSpPr>
          <p:nvPr userDrawn="1"/>
        </p:nvSpPr>
        <p:spPr bwMode="auto">
          <a:xfrm>
            <a:off x="2959680" y="2562868"/>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3" name="Freeform 1019"/>
          <p:cNvSpPr>
            <a:spLocks/>
          </p:cNvSpPr>
          <p:nvPr userDrawn="1"/>
        </p:nvSpPr>
        <p:spPr bwMode="auto">
          <a:xfrm>
            <a:off x="2997397" y="2542124"/>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4" name="Freeform 1020"/>
          <p:cNvSpPr>
            <a:spLocks/>
          </p:cNvSpPr>
          <p:nvPr userDrawn="1"/>
        </p:nvSpPr>
        <p:spPr bwMode="auto">
          <a:xfrm>
            <a:off x="2507084" y="2542124"/>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5" name="Freeform 1021"/>
          <p:cNvSpPr>
            <a:spLocks/>
          </p:cNvSpPr>
          <p:nvPr userDrawn="1"/>
        </p:nvSpPr>
        <p:spPr bwMode="auto">
          <a:xfrm>
            <a:off x="2103520" y="2544010"/>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6" name="Freeform 1022"/>
          <p:cNvSpPr>
            <a:spLocks/>
          </p:cNvSpPr>
          <p:nvPr userDrawn="1"/>
        </p:nvSpPr>
        <p:spPr bwMode="auto">
          <a:xfrm>
            <a:off x="2169523"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7" name="Freeform 1023"/>
          <p:cNvSpPr>
            <a:spLocks/>
          </p:cNvSpPr>
          <p:nvPr userDrawn="1"/>
        </p:nvSpPr>
        <p:spPr bwMode="auto">
          <a:xfrm>
            <a:off x="2190267" y="2544010"/>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8" name="Freeform 1024"/>
          <p:cNvSpPr>
            <a:spLocks/>
          </p:cNvSpPr>
          <p:nvPr userDrawn="1"/>
        </p:nvSpPr>
        <p:spPr bwMode="auto">
          <a:xfrm>
            <a:off x="2235527"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19" name="Freeform 1025"/>
          <p:cNvSpPr>
            <a:spLocks/>
          </p:cNvSpPr>
          <p:nvPr userDrawn="1"/>
        </p:nvSpPr>
        <p:spPr bwMode="auto">
          <a:xfrm>
            <a:off x="2267586" y="2544010"/>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0" name="Freeform 1026"/>
          <p:cNvSpPr>
            <a:spLocks/>
          </p:cNvSpPr>
          <p:nvPr userDrawn="1"/>
        </p:nvSpPr>
        <p:spPr bwMode="auto">
          <a:xfrm>
            <a:off x="2256271" y="254401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1" name="Freeform 1027"/>
          <p:cNvSpPr>
            <a:spLocks/>
          </p:cNvSpPr>
          <p:nvPr userDrawn="1"/>
        </p:nvSpPr>
        <p:spPr bwMode="auto">
          <a:xfrm>
            <a:off x="2322274"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2" name="Freeform 1028"/>
          <p:cNvSpPr>
            <a:spLocks/>
          </p:cNvSpPr>
          <p:nvPr userDrawn="1"/>
        </p:nvSpPr>
        <p:spPr bwMode="auto">
          <a:xfrm>
            <a:off x="2344904" y="254401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3" name="Freeform 1029"/>
          <p:cNvSpPr>
            <a:spLocks/>
          </p:cNvSpPr>
          <p:nvPr userDrawn="1"/>
        </p:nvSpPr>
        <p:spPr bwMode="auto">
          <a:xfrm>
            <a:off x="2367534" y="254401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4" name="Freeform 1030"/>
          <p:cNvSpPr>
            <a:spLocks/>
          </p:cNvSpPr>
          <p:nvPr userDrawn="1"/>
        </p:nvSpPr>
        <p:spPr bwMode="auto">
          <a:xfrm>
            <a:off x="2388278" y="254401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5" name="Freeform 1031"/>
          <p:cNvSpPr>
            <a:spLocks/>
          </p:cNvSpPr>
          <p:nvPr userDrawn="1"/>
        </p:nvSpPr>
        <p:spPr bwMode="auto">
          <a:xfrm>
            <a:off x="2410908" y="2544010"/>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6" name="Freeform 1032"/>
          <p:cNvSpPr>
            <a:spLocks/>
          </p:cNvSpPr>
          <p:nvPr userDrawn="1"/>
        </p:nvSpPr>
        <p:spPr bwMode="auto">
          <a:xfrm>
            <a:off x="2593832" y="2544010"/>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7" name="Freeform 1033"/>
          <p:cNvSpPr>
            <a:spLocks/>
          </p:cNvSpPr>
          <p:nvPr userDrawn="1"/>
        </p:nvSpPr>
        <p:spPr bwMode="auto">
          <a:xfrm>
            <a:off x="2659836"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8" name="Freeform 1034"/>
          <p:cNvSpPr>
            <a:spLocks/>
          </p:cNvSpPr>
          <p:nvPr userDrawn="1"/>
        </p:nvSpPr>
        <p:spPr bwMode="auto">
          <a:xfrm>
            <a:off x="2682465" y="2544010"/>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29" name="Freeform 1035"/>
          <p:cNvSpPr>
            <a:spLocks/>
          </p:cNvSpPr>
          <p:nvPr userDrawn="1"/>
        </p:nvSpPr>
        <p:spPr bwMode="auto">
          <a:xfrm>
            <a:off x="2725839"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0" name="Freeform 1036"/>
          <p:cNvSpPr>
            <a:spLocks/>
          </p:cNvSpPr>
          <p:nvPr userDrawn="1"/>
        </p:nvSpPr>
        <p:spPr bwMode="auto">
          <a:xfrm>
            <a:off x="2759784" y="2544010"/>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1" name="Freeform 1037"/>
          <p:cNvSpPr>
            <a:spLocks/>
          </p:cNvSpPr>
          <p:nvPr userDrawn="1"/>
        </p:nvSpPr>
        <p:spPr bwMode="auto">
          <a:xfrm>
            <a:off x="2748469" y="254401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2" name="Freeform 1038"/>
          <p:cNvSpPr>
            <a:spLocks/>
          </p:cNvSpPr>
          <p:nvPr userDrawn="1"/>
        </p:nvSpPr>
        <p:spPr bwMode="auto">
          <a:xfrm>
            <a:off x="2814472" y="254401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3" name="Freeform 1039"/>
          <p:cNvSpPr>
            <a:spLocks/>
          </p:cNvSpPr>
          <p:nvPr userDrawn="1"/>
        </p:nvSpPr>
        <p:spPr bwMode="auto">
          <a:xfrm>
            <a:off x="2835216" y="2544010"/>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4" name="Freeform 1040"/>
          <p:cNvSpPr>
            <a:spLocks/>
          </p:cNvSpPr>
          <p:nvPr userDrawn="1"/>
        </p:nvSpPr>
        <p:spPr bwMode="auto">
          <a:xfrm>
            <a:off x="2857846" y="254401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5" name="Freeform 1041"/>
          <p:cNvSpPr>
            <a:spLocks/>
          </p:cNvSpPr>
          <p:nvPr userDrawn="1"/>
        </p:nvSpPr>
        <p:spPr bwMode="auto">
          <a:xfrm>
            <a:off x="2880476" y="254401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6" name="Freeform 1042"/>
          <p:cNvSpPr>
            <a:spLocks/>
          </p:cNvSpPr>
          <p:nvPr userDrawn="1"/>
        </p:nvSpPr>
        <p:spPr bwMode="auto">
          <a:xfrm>
            <a:off x="2901220" y="2544010"/>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7" name="Freeform 1043"/>
          <p:cNvSpPr>
            <a:spLocks/>
          </p:cNvSpPr>
          <p:nvPr userDrawn="1"/>
        </p:nvSpPr>
        <p:spPr bwMode="auto">
          <a:xfrm>
            <a:off x="2733382" y="1212623"/>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38" name="Freeform 1044"/>
          <p:cNvSpPr>
            <a:spLocks/>
          </p:cNvSpPr>
          <p:nvPr userDrawn="1"/>
        </p:nvSpPr>
        <p:spPr bwMode="auto">
          <a:xfrm>
            <a:off x="2412794" y="1212623"/>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139" name="Freeform 1045"/>
          <p:cNvSpPr>
            <a:spLocks/>
          </p:cNvSpPr>
          <p:nvPr userDrawn="1"/>
        </p:nvSpPr>
        <p:spPr bwMode="auto">
          <a:xfrm>
            <a:off x="2690009" y="1216395"/>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140" name="Freeform 1046"/>
          <p:cNvSpPr>
            <a:spLocks/>
          </p:cNvSpPr>
          <p:nvPr userDrawn="1"/>
        </p:nvSpPr>
        <p:spPr bwMode="auto">
          <a:xfrm>
            <a:off x="2661721" y="1216395"/>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141" name="Freeform 1047"/>
          <p:cNvSpPr>
            <a:spLocks/>
          </p:cNvSpPr>
          <p:nvPr userDrawn="1"/>
        </p:nvSpPr>
        <p:spPr bwMode="auto">
          <a:xfrm>
            <a:off x="2220440" y="1208852"/>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2" name="Freeform 1048"/>
          <p:cNvSpPr>
            <a:spLocks/>
          </p:cNvSpPr>
          <p:nvPr userDrawn="1"/>
        </p:nvSpPr>
        <p:spPr bwMode="auto">
          <a:xfrm>
            <a:off x="2625891" y="1210738"/>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3" name="Freeform 1049"/>
          <p:cNvSpPr>
            <a:spLocks noEditPoints="1"/>
          </p:cNvSpPr>
          <p:nvPr userDrawn="1"/>
        </p:nvSpPr>
        <p:spPr bwMode="auto">
          <a:xfrm>
            <a:off x="2654178" y="1210738"/>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4" name="Freeform 1050"/>
          <p:cNvSpPr>
            <a:spLocks noEditPoints="1"/>
          </p:cNvSpPr>
          <p:nvPr userDrawn="1"/>
        </p:nvSpPr>
        <p:spPr bwMode="auto">
          <a:xfrm>
            <a:off x="2682465" y="1210738"/>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5" name="Rectangle 1051"/>
          <p:cNvSpPr>
            <a:spLocks noChangeArrowheads="1"/>
          </p:cNvSpPr>
          <p:nvPr userDrawn="1"/>
        </p:nvSpPr>
        <p:spPr bwMode="auto">
          <a:xfrm>
            <a:off x="2712638" y="1225824"/>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146" name="Freeform 1052"/>
          <p:cNvSpPr>
            <a:spLocks/>
          </p:cNvSpPr>
          <p:nvPr userDrawn="1"/>
        </p:nvSpPr>
        <p:spPr bwMode="auto">
          <a:xfrm>
            <a:off x="1831962" y="1210738"/>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7" name="Freeform 1053"/>
          <p:cNvSpPr>
            <a:spLocks/>
          </p:cNvSpPr>
          <p:nvPr userDrawn="1"/>
        </p:nvSpPr>
        <p:spPr bwMode="auto">
          <a:xfrm>
            <a:off x="1864021" y="1210738"/>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48" name="Rectangle 1054"/>
          <p:cNvSpPr>
            <a:spLocks noChangeArrowheads="1"/>
          </p:cNvSpPr>
          <p:nvPr userDrawn="1"/>
        </p:nvSpPr>
        <p:spPr bwMode="auto">
          <a:xfrm>
            <a:off x="1816876" y="1210738"/>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149" name="Freeform 1055"/>
          <p:cNvSpPr>
            <a:spLocks/>
          </p:cNvSpPr>
          <p:nvPr userDrawn="1"/>
        </p:nvSpPr>
        <p:spPr bwMode="auto">
          <a:xfrm>
            <a:off x="1784817" y="1210738"/>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0" name="Freeform 1056"/>
          <p:cNvSpPr>
            <a:spLocks/>
          </p:cNvSpPr>
          <p:nvPr userDrawn="1"/>
        </p:nvSpPr>
        <p:spPr bwMode="auto">
          <a:xfrm>
            <a:off x="2495770" y="1206966"/>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1" name="Freeform 1057"/>
          <p:cNvSpPr>
            <a:spLocks noEditPoints="1"/>
          </p:cNvSpPr>
          <p:nvPr userDrawn="1"/>
        </p:nvSpPr>
        <p:spPr bwMode="auto">
          <a:xfrm>
            <a:off x="2405250" y="1206966"/>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2" name="Freeform 1058"/>
          <p:cNvSpPr>
            <a:spLocks/>
          </p:cNvSpPr>
          <p:nvPr userDrawn="1"/>
        </p:nvSpPr>
        <p:spPr bwMode="auto">
          <a:xfrm>
            <a:off x="2463711" y="1208852"/>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3" name="Freeform 1059"/>
          <p:cNvSpPr>
            <a:spLocks/>
          </p:cNvSpPr>
          <p:nvPr userDrawn="1"/>
        </p:nvSpPr>
        <p:spPr bwMode="auto">
          <a:xfrm>
            <a:off x="2433538" y="1206966"/>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4" name="Freeform 1060"/>
          <p:cNvSpPr>
            <a:spLocks/>
          </p:cNvSpPr>
          <p:nvPr userDrawn="1"/>
        </p:nvSpPr>
        <p:spPr bwMode="auto">
          <a:xfrm>
            <a:off x="1939454" y="2564755"/>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5" name="Freeform 1061"/>
          <p:cNvSpPr>
            <a:spLocks/>
          </p:cNvSpPr>
          <p:nvPr userDrawn="1"/>
        </p:nvSpPr>
        <p:spPr bwMode="auto">
          <a:xfrm>
            <a:off x="1977170" y="2544011"/>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6" name="Freeform 1062"/>
          <p:cNvSpPr>
            <a:spLocks/>
          </p:cNvSpPr>
          <p:nvPr userDrawn="1"/>
        </p:nvSpPr>
        <p:spPr bwMode="auto">
          <a:xfrm>
            <a:off x="1486857" y="2544011"/>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7" name="Freeform 1063"/>
          <p:cNvSpPr>
            <a:spLocks/>
          </p:cNvSpPr>
          <p:nvPr userDrawn="1"/>
        </p:nvSpPr>
        <p:spPr bwMode="auto">
          <a:xfrm>
            <a:off x="1573605" y="2545897"/>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8" name="Freeform 1064"/>
          <p:cNvSpPr>
            <a:spLocks/>
          </p:cNvSpPr>
          <p:nvPr userDrawn="1"/>
        </p:nvSpPr>
        <p:spPr bwMode="auto">
          <a:xfrm>
            <a:off x="1639608" y="2545897"/>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59" name="Freeform 1065"/>
          <p:cNvSpPr>
            <a:spLocks/>
          </p:cNvSpPr>
          <p:nvPr userDrawn="1"/>
        </p:nvSpPr>
        <p:spPr bwMode="auto">
          <a:xfrm>
            <a:off x="1662238" y="2545897"/>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0" name="Freeform 1066"/>
          <p:cNvSpPr>
            <a:spLocks/>
          </p:cNvSpPr>
          <p:nvPr userDrawn="1"/>
        </p:nvSpPr>
        <p:spPr bwMode="auto">
          <a:xfrm>
            <a:off x="1705612" y="2545897"/>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1" name="Freeform 1067"/>
          <p:cNvSpPr>
            <a:spLocks/>
          </p:cNvSpPr>
          <p:nvPr userDrawn="1"/>
        </p:nvSpPr>
        <p:spPr bwMode="auto">
          <a:xfrm>
            <a:off x="1739556" y="2545897"/>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2" name="Freeform 1068"/>
          <p:cNvSpPr>
            <a:spLocks/>
          </p:cNvSpPr>
          <p:nvPr userDrawn="1"/>
        </p:nvSpPr>
        <p:spPr bwMode="auto">
          <a:xfrm>
            <a:off x="1728241" y="2545897"/>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3" name="Freeform 1069"/>
          <p:cNvSpPr>
            <a:spLocks/>
          </p:cNvSpPr>
          <p:nvPr userDrawn="1"/>
        </p:nvSpPr>
        <p:spPr bwMode="auto">
          <a:xfrm>
            <a:off x="1794245" y="2545897"/>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4" name="Freeform 1070"/>
          <p:cNvSpPr>
            <a:spLocks/>
          </p:cNvSpPr>
          <p:nvPr userDrawn="1"/>
        </p:nvSpPr>
        <p:spPr bwMode="auto">
          <a:xfrm>
            <a:off x="1814989" y="2545897"/>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5" name="Freeform 1071"/>
          <p:cNvSpPr>
            <a:spLocks/>
          </p:cNvSpPr>
          <p:nvPr userDrawn="1"/>
        </p:nvSpPr>
        <p:spPr bwMode="auto">
          <a:xfrm>
            <a:off x="1837619" y="2545897"/>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6" name="Freeform 1072"/>
          <p:cNvSpPr>
            <a:spLocks/>
          </p:cNvSpPr>
          <p:nvPr userDrawn="1"/>
        </p:nvSpPr>
        <p:spPr bwMode="auto">
          <a:xfrm>
            <a:off x="1860249" y="2545897"/>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7" name="Freeform 1073"/>
          <p:cNvSpPr>
            <a:spLocks/>
          </p:cNvSpPr>
          <p:nvPr userDrawn="1"/>
        </p:nvSpPr>
        <p:spPr bwMode="auto">
          <a:xfrm>
            <a:off x="1880993" y="2545897"/>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68" name="Freeform 1075"/>
          <p:cNvSpPr>
            <a:spLocks/>
          </p:cNvSpPr>
          <p:nvPr userDrawn="1"/>
        </p:nvSpPr>
        <p:spPr bwMode="auto">
          <a:xfrm>
            <a:off x="1537775" y="1404978"/>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9525">
            <a:noFill/>
            <a:round/>
            <a:headEnd/>
            <a:tailEnd/>
          </a:ln>
        </p:spPr>
        <p:txBody>
          <a:bodyPr/>
          <a:lstStyle/>
          <a:p>
            <a:pPr>
              <a:defRPr/>
            </a:pPr>
            <a:endParaRPr lang="da-DK">
              <a:ea typeface="ＭＳ Ｐゴシック" pitchFamily="-97" charset="-128"/>
            </a:endParaRPr>
          </a:p>
        </p:txBody>
      </p:sp>
      <p:sp>
        <p:nvSpPr>
          <p:cNvPr id="170" name="Freeform 1013"/>
          <p:cNvSpPr>
            <a:spLocks noEditPoints="1"/>
          </p:cNvSpPr>
          <p:nvPr/>
        </p:nvSpPr>
        <p:spPr bwMode="auto">
          <a:xfrm>
            <a:off x="4133110" y="1195647"/>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p:spPr>
        <p:txBody>
          <a:bodyPr/>
          <a:lstStyle/>
          <a:p>
            <a:pPr>
              <a:defRPr/>
            </a:pPr>
            <a:endParaRPr lang="da-DK">
              <a:ea typeface="ＭＳ Ｐゴシック" pitchFamily="-97" charset="-128"/>
            </a:endParaRPr>
          </a:p>
        </p:txBody>
      </p:sp>
      <p:sp>
        <p:nvSpPr>
          <p:cNvPr id="171" name="Freeform 1014"/>
          <p:cNvSpPr>
            <a:spLocks/>
          </p:cNvSpPr>
          <p:nvPr/>
        </p:nvSpPr>
        <p:spPr bwMode="auto">
          <a:xfrm>
            <a:off x="4721485" y="2547777"/>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172" name="Freeform 1015"/>
          <p:cNvSpPr>
            <a:spLocks/>
          </p:cNvSpPr>
          <p:nvPr/>
        </p:nvSpPr>
        <p:spPr bwMode="auto">
          <a:xfrm>
            <a:off x="4674339" y="2568521"/>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3" name="Freeform 1016"/>
          <p:cNvSpPr>
            <a:spLocks/>
          </p:cNvSpPr>
          <p:nvPr/>
        </p:nvSpPr>
        <p:spPr bwMode="auto">
          <a:xfrm>
            <a:off x="4691312" y="2542120"/>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4" name="Freeform 1017"/>
          <p:cNvSpPr>
            <a:spLocks noEditPoints="1"/>
          </p:cNvSpPr>
          <p:nvPr/>
        </p:nvSpPr>
        <p:spPr bwMode="auto">
          <a:xfrm>
            <a:off x="4712056" y="2542120"/>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5" name="Freeform 1018"/>
          <p:cNvSpPr>
            <a:spLocks/>
          </p:cNvSpPr>
          <p:nvPr/>
        </p:nvSpPr>
        <p:spPr bwMode="auto">
          <a:xfrm>
            <a:off x="5626676" y="2562864"/>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6" name="Freeform 1019"/>
          <p:cNvSpPr>
            <a:spLocks/>
          </p:cNvSpPr>
          <p:nvPr/>
        </p:nvSpPr>
        <p:spPr bwMode="auto">
          <a:xfrm>
            <a:off x="5664393" y="2542120"/>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7" name="Freeform 1020"/>
          <p:cNvSpPr>
            <a:spLocks/>
          </p:cNvSpPr>
          <p:nvPr/>
        </p:nvSpPr>
        <p:spPr bwMode="auto">
          <a:xfrm>
            <a:off x="5174080" y="2542120"/>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8" name="Freeform 1021"/>
          <p:cNvSpPr>
            <a:spLocks/>
          </p:cNvSpPr>
          <p:nvPr/>
        </p:nvSpPr>
        <p:spPr bwMode="auto">
          <a:xfrm>
            <a:off x="4770516" y="2544006"/>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79" name="Freeform 1022"/>
          <p:cNvSpPr>
            <a:spLocks/>
          </p:cNvSpPr>
          <p:nvPr/>
        </p:nvSpPr>
        <p:spPr bwMode="auto">
          <a:xfrm>
            <a:off x="4836519"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0" name="Freeform 1023"/>
          <p:cNvSpPr>
            <a:spLocks/>
          </p:cNvSpPr>
          <p:nvPr/>
        </p:nvSpPr>
        <p:spPr bwMode="auto">
          <a:xfrm>
            <a:off x="4857263" y="2544006"/>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1" name="Freeform 1024"/>
          <p:cNvSpPr>
            <a:spLocks/>
          </p:cNvSpPr>
          <p:nvPr/>
        </p:nvSpPr>
        <p:spPr bwMode="auto">
          <a:xfrm>
            <a:off x="4902523"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2" name="Freeform 1025"/>
          <p:cNvSpPr>
            <a:spLocks/>
          </p:cNvSpPr>
          <p:nvPr/>
        </p:nvSpPr>
        <p:spPr bwMode="auto">
          <a:xfrm>
            <a:off x="4934582" y="2544006"/>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3" name="Freeform 1026"/>
          <p:cNvSpPr>
            <a:spLocks/>
          </p:cNvSpPr>
          <p:nvPr/>
        </p:nvSpPr>
        <p:spPr bwMode="auto">
          <a:xfrm>
            <a:off x="4923267" y="2544006"/>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4" name="Freeform 1027"/>
          <p:cNvSpPr>
            <a:spLocks/>
          </p:cNvSpPr>
          <p:nvPr/>
        </p:nvSpPr>
        <p:spPr bwMode="auto">
          <a:xfrm>
            <a:off x="4989270"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5" name="Freeform 1028"/>
          <p:cNvSpPr>
            <a:spLocks/>
          </p:cNvSpPr>
          <p:nvPr/>
        </p:nvSpPr>
        <p:spPr bwMode="auto">
          <a:xfrm>
            <a:off x="5011900" y="2544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6" name="Freeform 1029"/>
          <p:cNvSpPr>
            <a:spLocks/>
          </p:cNvSpPr>
          <p:nvPr/>
        </p:nvSpPr>
        <p:spPr bwMode="auto">
          <a:xfrm>
            <a:off x="5034530" y="2544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7" name="Freeform 1030"/>
          <p:cNvSpPr>
            <a:spLocks/>
          </p:cNvSpPr>
          <p:nvPr/>
        </p:nvSpPr>
        <p:spPr bwMode="auto">
          <a:xfrm>
            <a:off x="5055274" y="2544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8" name="Freeform 1031"/>
          <p:cNvSpPr>
            <a:spLocks/>
          </p:cNvSpPr>
          <p:nvPr/>
        </p:nvSpPr>
        <p:spPr bwMode="auto">
          <a:xfrm>
            <a:off x="5077904" y="2544006"/>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89" name="Freeform 1032"/>
          <p:cNvSpPr>
            <a:spLocks/>
          </p:cNvSpPr>
          <p:nvPr/>
        </p:nvSpPr>
        <p:spPr bwMode="auto">
          <a:xfrm>
            <a:off x="5260828" y="2544006"/>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0" name="Freeform 1033"/>
          <p:cNvSpPr>
            <a:spLocks/>
          </p:cNvSpPr>
          <p:nvPr/>
        </p:nvSpPr>
        <p:spPr bwMode="auto">
          <a:xfrm>
            <a:off x="5326832"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1" name="Freeform 1034"/>
          <p:cNvSpPr>
            <a:spLocks/>
          </p:cNvSpPr>
          <p:nvPr/>
        </p:nvSpPr>
        <p:spPr bwMode="auto">
          <a:xfrm>
            <a:off x="5349461" y="2544006"/>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2" name="Freeform 1035"/>
          <p:cNvSpPr>
            <a:spLocks/>
          </p:cNvSpPr>
          <p:nvPr/>
        </p:nvSpPr>
        <p:spPr bwMode="auto">
          <a:xfrm>
            <a:off x="5392835"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3" name="Freeform 1036"/>
          <p:cNvSpPr>
            <a:spLocks/>
          </p:cNvSpPr>
          <p:nvPr/>
        </p:nvSpPr>
        <p:spPr bwMode="auto">
          <a:xfrm>
            <a:off x="5426780" y="2544006"/>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4" name="Freeform 1037"/>
          <p:cNvSpPr>
            <a:spLocks/>
          </p:cNvSpPr>
          <p:nvPr/>
        </p:nvSpPr>
        <p:spPr bwMode="auto">
          <a:xfrm>
            <a:off x="5415465" y="2544006"/>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5" name="Freeform 1038"/>
          <p:cNvSpPr>
            <a:spLocks/>
          </p:cNvSpPr>
          <p:nvPr/>
        </p:nvSpPr>
        <p:spPr bwMode="auto">
          <a:xfrm>
            <a:off x="5481468" y="2544006"/>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6" name="Freeform 1039"/>
          <p:cNvSpPr>
            <a:spLocks/>
          </p:cNvSpPr>
          <p:nvPr/>
        </p:nvSpPr>
        <p:spPr bwMode="auto">
          <a:xfrm>
            <a:off x="5502212" y="2544006"/>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7" name="Freeform 1040"/>
          <p:cNvSpPr>
            <a:spLocks/>
          </p:cNvSpPr>
          <p:nvPr/>
        </p:nvSpPr>
        <p:spPr bwMode="auto">
          <a:xfrm>
            <a:off x="5524842" y="2544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8" name="Freeform 1041"/>
          <p:cNvSpPr>
            <a:spLocks/>
          </p:cNvSpPr>
          <p:nvPr/>
        </p:nvSpPr>
        <p:spPr bwMode="auto">
          <a:xfrm>
            <a:off x="5547472" y="2544006"/>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199" name="Freeform 1042"/>
          <p:cNvSpPr>
            <a:spLocks/>
          </p:cNvSpPr>
          <p:nvPr/>
        </p:nvSpPr>
        <p:spPr bwMode="auto">
          <a:xfrm>
            <a:off x="5568216" y="2544006"/>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0" name="Freeform 1043"/>
          <p:cNvSpPr>
            <a:spLocks/>
          </p:cNvSpPr>
          <p:nvPr/>
        </p:nvSpPr>
        <p:spPr bwMode="auto">
          <a:xfrm>
            <a:off x="5400378" y="1212619"/>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1" name="Freeform 1044"/>
          <p:cNvSpPr>
            <a:spLocks/>
          </p:cNvSpPr>
          <p:nvPr/>
        </p:nvSpPr>
        <p:spPr bwMode="auto">
          <a:xfrm>
            <a:off x="5079790" y="1212619"/>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02" name="Freeform 1045"/>
          <p:cNvSpPr>
            <a:spLocks/>
          </p:cNvSpPr>
          <p:nvPr/>
        </p:nvSpPr>
        <p:spPr bwMode="auto">
          <a:xfrm>
            <a:off x="5357005" y="1216391"/>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03" name="Freeform 1046"/>
          <p:cNvSpPr>
            <a:spLocks/>
          </p:cNvSpPr>
          <p:nvPr/>
        </p:nvSpPr>
        <p:spPr bwMode="auto">
          <a:xfrm>
            <a:off x="5328717" y="1216391"/>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04" name="Freeform 1047"/>
          <p:cNvSpPr>
            <a:spLocks/>
          </p:cNvSpPr>
          <p:nvPr/>
        </p:nvSpPr>
        <p:spPr bwMode="auto">
          <a:xfrm>
            <a:off x="4887436" y="1208848"/>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5" name="Freeform 1048"/>
          <p:cNvSpPr>
            <a:spLocks/>
          </p:cNvSpPr>
          <p:nvPr/>
        </p:nvSpPr>
        <p:spPr bwMode="auto">
          <a:xfrm>
            <a:off x="5292887" y="1210734"/>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6" name="Freeform 1049"/>
          <p:cNvSpPr>
            <a:spLocks noEditPoints="1"/>
          </p:cNvSpPr>
          <p:nvPr/>
        </p:nvSpPr>
        <p:spPr bwMode="auto">
          <a:xfrm>
            <a:off x="5321174" y="1210734"/>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7" name="Freeform 1050"/>
          <p:cNvSpPr>
            <a:spLocks noEditPoints="1"/>
          </p:cNvSpPr>
          <p:nvPr/>
        </p:nvSpPr>
        <p:spPr bwMode="auto">
          <a:xfrm>
            <a:off x="5349461" y="1210734"/>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08" name="Rectangle 1051"/>
          <p:cNvSpPr>
            <a:spLocks noChangeArrowheads="1"/>
          </p:cNvSpPr>
          <p:nvPr/>
        </p:nvSpPr>
        <p:spPr bwMode="auto">
          <a:xfrm>
            <a:off x="5379634" y="1225820"/>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209" name="Freeform 1052"/>
          <p:cNvSpPr>
            <a:spLocks/>
          </p:cNvSpPr>
          <p:nvPr/>
        </p:nvSpPr>
        <p:spPr bwMode="auto">
          <a:xfrm>
            <a:off x="4498958" y="1210734"/>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0" name="Freeform 1053"/>
          <p:cNvSpPr>
            <a:spLocks/>
          </p:cNvSpPr>
          <p:nvPr/>
        </p:nvSpPr>
        <p:spPr bwMode="auto">
          <a:xfrm>
            <a:off x="4531017" y="1210734"/>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1" name="Rectangle 1054"/>
          <p:cNvSpPr>
            <a:spLocks noChangeArrowheads="1"/>
          </p:cNvSpPr>
          <p:nvPr/>
        </p:nvSpPr>
        <p:spPr bwMode="auto">
          <a:xfrm>
            <a:off x="4483872" y="1210734"/>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212" name="Freeform 1055"/>
          <p:cNvSpPr>
            <a:spLocks/>
          </p:cNvSpPr>
          <p:nvPr/>
        </p:nvSpPr>
        <p:spPr bwMode="auto">
          <a:xfrm>
            <a:off x="4451813" y="1210734"/>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3" name="Freeform 1056"/>
          <p:cNvSpPr>
            <a:spLocks/>
          </p:cNvSpPr>
          <p:nvPr/>
        </p:nvSpPr>
        <p:spPr bwMode="auto">
          <a:xfrm>
            <a:off x="5162766" y="1206962"/>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4" name="Freeform 1057"/>
          <p:cNvSpPr>
            <a:spLocks noEditPoints="1"/>
          </p:cNvSpPr>
          <p:nvPr/>
        </p:nvSpPr>
        <p:spPr bwMode="auto">
          <a:xfrm>
            <a:off x="5072246" y="1206962"/>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5" name="Freeform 1058"/>
          <p:cNvSpPr>
            <a:spLocks/>
          </p:cNvSpPr>
          <p:nvPr/>
        </p:nvSpPr>
        <p:spPr bwMode="auto">
          <a:xfrm>
            <a:off x="5130707" y="1208848"/>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6" name="Freeform 1059"/>
          <p:cNvSpPr>
            <a:spLocks/>
          </p:cNvSpPr>
          <p:nvPr/>
        </p:nvSpPr>
        <p:spPr bwMode="auto">
          <a:xfrm>
            <a:off x="5100534" y="1206962"/>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7" name="Freeform 1060"/>
          <p:cNvSpPr>
            <a:spLocks/>
          </p:cNvSpPr>
          <p:nvPr/>
        </p:nvSpPr>
        <p:spPr bwMode="auto">
          <a:xfrm>
            <a:off x="4606450" y="2564750"/>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8" name="Freeform 1061"/>
          <p:cNvSpPr>
            <a:spLocks/>
          </p:cNvSpPr>
          <p:nvPr/>
        </p:nvSpPr>
        <p:spPr bwMode="auto">
          <a:xfrm>
            <a:off x="4644166" y="2544006"/>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19" name="Freeform 1062"/>
          <p:cNvSpPr>
            <a:spLocks/>
          </p:cNvSpPr>
          <p:nvPr/>
        </p:nvSpPr>
        <p:spPr bwMode="auto">
          <a:xfrm>
            <a:off x="4153854" y="2544006"/>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0" name="Freeform 1063"/>
          <p:cNvSpPr>
            <a:spLocks/>
          </p:cNvSpPr>
          <p:nvPr/>
        </p:nvSpPr>
        <p:spPr bwMode="auto">
          <a:xfrm>
            <a:off x="4240602" y="2545892"/>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1" name="Freeform 1064"/>
          <p:cNvSpPr>
            <a:spLocks/>
          </p:cNvSpPr>
          <p:nvPr/>
        </p:nvSpPr>
        <p:spPr bwMode="auto">
          <a:xfrm>
            <a:off x="4306605" y="2545892"/>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2" name="Freeform 1065"/>
          <p:cNvSpPr>
            <a:spLocks/>
          </p:cNvSpPr>
          <p:nvPr/>
        </p:nvSpPr>
        <p:spPr bwMode="auto">
          <a:xfrm>
            <a:off x="4329235" y="2545892"/>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3" name="Freeform 1066"/>
          <p:cNvSpPr>
            <a:spLocks/>
          </p:cNvSpPr>
          <p:nvPr/>
        </p:nvSpPr>
        <p:spPr bwMode="auto">
          <a:xfrm>
            <a:off x="4372609" y="2545892"/>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4" name="Freeform 1067"/>
          <p:cNvSpPr>
            <a:spLocks/>
          </p:cNvSpPr>
          <p:nvPr/>
        </p:nvSpPr>
        <p:spPr bwMode="auto">
          <a:xfrm>
            <a:off x="4406553" y="2545892"/>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5" name="Freeform 1068"/>
          <p:cNvSpPr>
            <a:spLocks/>
          </p:cNvSpPr>
          <p:nvPr/>
        </p:nvSpPr>
        <p:spPr bwMode="auto">
          <a:xfrm>
            <a:off x="4395238" y="2545892"/>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6" name="Freeform 1069"/>
          <p:cNvSpPr>
            <a:spLocks/>
          </p:cNvSpPr>
          <p:nvPr/>
        </p:nvSpPr>
        <p:spPr bwMode="auto">
          <a:xfrm>
            <a:off x="4461242" y="2545892"/>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7" name="Freeform 1070"/>
          <p:cNvSpPr>
            <a:spLocks/>
          </p:cNvSpPr>
          <p:nvPr/>
        </p:nvSpPr>
        <p:spPr bwMode="auto">
          <a:xfrm>
            <a:off x="4481986" y="2545892"/>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8" name="Freeform 1071"/>
          <p:cNvSpPr>
            <a:spLocks/>
          </p:cNvSpPr>
          <p:nvPr/>
        </p:nvSpPr>
        <p:spPr bwMode="auto">
          <a:xfrm>
            <a:off x="4504616" y="2545892"/>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29" name="Freeform 1072"/>
          <p:cNvSpPr>
            <a:spLocks/>
          </p:cNvSpPr>
          <p:nvPr/>
        </p:nvSpPr>
        <p:spPr bwMode="auto">
          <a:xfrm>
            <a:off x="4527246" y="2545892"/>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0" name="Freeform 1073"/>
          <p:cNvSpPr>
            <a:spLocks/>
          </p:cNvSpPr>
          <p:nvPr/>
        </p:nvSpPr>
        <p:spPr bwMode="auto">
          <a:xfrm>
            <a:off x="4547990" y="2545892"/>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1" name="Freeform 1075"/>
          <p:cNvSpPr>
            <a:spLocks/>
          </p:cNvSpPr>
          <p:nvPr/>
        </p:nvSpPr>
        <p:spPr bwMode="auto">
          <a:xfrm>
            <a:off x="4204771" y="1404973"/>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12700">
            <a:noFill/>
            <a:round/>
            <a:headEnd/>
            <a:tailEnd/>
          </a:ln>
          <a:effectLst/>
        </p:spPr>
        <p:txBody>
          <a:bodyPr wrap="none" anchor="ctr"/>
          <a:lstStyle/>
          <a:p>
            <a:pPr>
              <a:defRPr/>
            </a:pPr>
            <a:endParaRPr lang="da-DK">
              <a:latin typeface="Arial" pitchFamily="34" charset="0"/>
              <a:ea typeface="ＭＳ Ｐゴシック" pitchFamily="-97" charset="-128"/>
            </a:endParaRPr>
          </a:p>
        </p:txBody>
      </p:sp>
      <p:sp>
        <p:nvSpPr>
          <p:cNvPr id="233" name="Freeform 1013"/>
          <p:cNvSpPr>
            <a:spLocks noEditPoints="1"/>
          </p:cNvSpPr>
          <p:nvPr/>
        </p:nvSpPr>
        <p:spPr bwMode="auto">
          <a:xfrm>
            <a:off x="2874725" y="4828825"/>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a:effectLst/>
        </p:spPr>
        <p:txBody>
          <a:bodyPr/>
          <a:lstStyle/>
          <a:p>
            <a:pPr>
              <a:defRPr/>
            </a:pPr>
            <a:endParaRPr lang="da-DK">
              <a:ea typeface="ＭＳ Ｐゴシック" pitchFamily="-97" charset="-128"/>
            </a:endParaRPr>
          </a:p>
        </p:txBody>
      </p:sp>
      <p:sp>
        <p:nvSpPr>
          <p:cNvPr id="234" name="Freeform 1014"/>
          <p:cNvSpPr>
            <a:spLocks/>
          </p:cNvSpPr>
          <p:nvPr/>
        </p:nvSpPr>
        <p:spPr bwMode="auto">
          <a:xfrm>
            <a:off x="3463100" y="6180955"/>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35" name="Freeform 1015"/>
          <p:cNvSpPr>
            <a:spLocks/>
          </p:cNvSpPr>
          <p:nvPr/>
        </p:nvSpPr>
        <p:spPr bwMode="auto">
          <a:xfrm>
            <a:off x="3415954" y="6201699"/>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6" name="Freeform 1016"/>
          <p:cNvSpPr>
            <a:spLocks/>
          </p:cNvSpPr>
          <p:nvPr/>
        </p:nvSpPr>
        <p:spPr bwMode="auto">
          <a:xfrm>
            <a:off x="3432927" y="6175298"/>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7" name="Freeform 1017"/>
          <p:cNvSpPr>
            <a:spLocks noEditPoints="1"/>
          </p:cNvSpPr>
          <p:nvPr/>
        </p:nvSpPr>
        <p:spPr bwMode="auto">
          <a:xfrm>
            <a:off x="3453671" y="6175298"/>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8" name="Freeform 1018"/>
          <p:cNvSpPr>
            <a:spLocks/>
          </p:cNvSpPr>
          <p:nvPr/>
        </p:nvSpPr>
        <p:spPr bwMode="auto">
          <a:xfrm>
            <a:off x="4368291" y="6196042"/>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39" name="Freeform 1019"/>
          <p:cNvSpPr>
            <a:spLocks/>
          </p:cNvSpPr>
          <p:nvPr/>
        </p:nvSpPr>
        <p:spPr bwMode="auto">
          <a:xfrm>
            <a:off x="4406008" y="6175298"/>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0" name="Freeform 1020"/>
          <p:cNvSpPr>
            <a:spLocks/>
          </p:cNvSpPr>
          <p:nvPr/>
        </p:nvSpPr>
        <p:spPr bwMode="auto">
          <a:xfrm>
            <a:off x="3915695" y="6175298"/>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1" name="Freeform 1021"/>
          <p:cNvSpPr>
            <a:spLocks/>
          </p:cNvSpPr>
          <p:nvPr/>
        </p:nvSpPr>
        <p:spPr bwMode="auto">
          <a:xfrm>
            <a:off x="3512131" y="6177184"/>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2" name="Freeform 1022"/>
          <p:cNvSpPr>
            <a:spLocks/>
          </p:cNvSpPr>
          <p:nvPr/>
        </p:nvSpPr>
        <p:spPr bwMode="auto">
          <a:xfrm>
            <a:off x="3578134"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3" name="Freeform 1023"/>
          <p:cNvSpPr>
            <a:spLocks/>
          </p:cNvSpPr>
          <p:nvPr/>
        </p:nvSpPr>
        <p:spPr bwMode="auto">
          <a:xfrm>
            <a:off x="3598878" y="6177184"/>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4" name="Freeform 1024"/>
          <p:cNvSpPr>
            <a:spLocks/>
          </p:cNvSpPr>
          <p:nvPr/>
        </p:nvSpPr>
        <p:spPr bwMode="auto">
          <a:xfrm>
            <a:off x="3644138"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5" name="Freeform 1025"/>
          <p:cNvSpPr>
            <a:spLocks/>
          </p:cNvSpPr>
          <p:nvPr/>
        </p:nvSpPr>
        <p:spPr bwMode="auto">
          <a:xfrm>
            <a:off x="3676197" y="6177184"/>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6" name="Freeform 1026"/>
          <p:cNvSpPr>
            <a:spLocks/>
          </p:cNvSpPr>
          <p:nvPr/>
        </p:nvSpPr>
        <p:spPr bwMode="auto">
          <a:xfrm>
            <a:off x="3664882"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7" name="Freeform 1027"/>
          <p:cNvSpPr>
            <a:spLocks/>
          </p:cNvSpPr>
          <p:nvPr/>
        </p:nvSpPr>
        <p:spPr bwMode="auto">
          <a:xfrm>
            <a:off x="3730885"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8" name="Freeform 1028"/>
          <p:cNvSpPr>
            <a:spLocks/>
          </p:cNvSpPr>
          <p:nvPr/>
        </p:nvSpPr>
        <p:spPr bwMode="auto">
          <a:xfrm>
            <a:off x="3753515"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49" name="Freeform 1029"/>
          <p:cNvSpPr>
            <a:spLocks/>
          </p:cNvSpPr>
          <p:nvPr/>
        </p:nvSpPr>
        <p:spPr bwMode="auto">
          <a:xfrm>
            <a:off x="3776145"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0" name="Freeform 1030"/>
          <p:cNvSpPr>
            <a:spLocks/>
          </p:cNvSpPr>
          <p:nvPr/>
        </p:nvSpPr>
        <p:spPr bwMode="auto">
          <a:xfrm>
            <a:off x="3796889"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1" name="Freeform 1031"/>
          <p:cNvSpPr>
            <a:spLocks/>
          </p:cNvSpPr>
          <p:nvPr/>
        </p:nvSpPr>
        <p:spPr bwMode="auto">
          <a:xfrm>
            <a:off x="3819519" y="6177184"/>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2" name="Freeform 1032"/>
          <p:cNvSpPr>
            <a:spLocks/>
          </p:cNvSpPr>
          <p:nvPr/>
        </p:nvSpPr>
        <p:spPr bwMode="auto">
          <a:xfrm>
            <a:off x="4002443" y="6177184"/>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3" name="Freeform 1033"/>
          <p:cNvSpPr>
            <a:spLocks/>
          </p:cNvSpPr>
          <p:nvPr/>
        </p:nvSpPr>
        <p:spPr bwMode="auto">
          <a:xfrm>
            <a:off x="4068447"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4" name="Freeform 1034"/>
          <p:cNvSpPr>
            <a:spLocks/>
          </p:cNvSpPr>
          <p:nvPr/>
        </p:nvSpPr>
        <p:spPr bwMode="auto">
          <a:xfrm>
            <a:off x="4091076" y="6177184"/>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5" name="Freeform 1035"/>
          <p:cNvSpPr>
            <a:spLocks/>
          </p:cNvSpPr>
          <p:nvPr/>
        </p:nvSpPr>
        <p:spPr bwMode="auto">
          <a:xfrm>
            <a:off x="4134450"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6" name="Freeform 1036"/>
          <p:cNvSpPr>
            <a:spLocks/>
          </p:cNvSpPr>
          <p:nvPr/>
        </p:nvSpPr>
        <p:spPr bwMode="auto">
          <a:xfrm>
            <a:off x="4168395" y="6177184"/>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7" name="Freeform 1037"/>
          <p:cNvSpPr>
            <a:spLocks/>
          </p:cNvSpPr>
          <p:nvPr/>
        </p:nvSpPr>
        <p:spPr bwMode="auto">
          <a:xfrm>
            <a:off x="4157080"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8" name="Freeform 1038"/>
          <p:cNvSpPr>
            <a:spLocks/>
          </p:cNvSpPr>
          <p:nvPr/>
        </p:nvSpPr>
        <p:spPr bwMode="auto">
          <a:xfrm>
            <a:off x="4223083"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59" name="Freeform 1039"/>
          <p:cNvSpPr>
            <a:spLocks/>
          </p:cNvSpPr>
          <p:nvPr/>
        </p:nvSpPr>
        <p:spPr bwMode="auto">
          <a:xfrm>
            <a:off x="4243827" y="6177184"/>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0" name="Freeform 1040"/>
          <p:cNvSpPr>
            <a:spLocks/>
          </p:cNvSpPr>
          <p:nvPr/>
        </p:nvSpPr>
        <p:spPr bwMode="auto">
          <a:xfrm>
            <a:off x="4266457"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1" name="Freeform 1041"/>
          <p:cNvSpPr>
            <a:spLocks/>
          </p:cNvSpPr>
          <p:nvPr/>
        </p:nvSpPr>
        <p:spPr bwMode="auto">
          <a:xfrm>
            <a:off x="4289087"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2" name="Freeform 1042"/>
          <p:cNvSpPr>
            <a:spLocks/>
          </p:cNvSpPr>
          <p:nvPr/>
        </p:nvSpPr>
        <p:spPr bwMode="auto">
          <a:xfrm>
            <a:off x="4309831" y="6177184"/>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3" name="Freeform 1043"/>
          <p:cNvSpPr>
            <a:spLocks/>
          </p:cNvSpPr>
          <p:nvPr/>
        </p:nvSpPr>
        <p:spPr bwMode="auto">
          <a:xfrm>
            <a:off x="4141993" y="4845797"/>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4" name="Freeform 1044"/>
          <p:cNvSpPr>
            <a:spLocks/>
          </p:cNvSpPr>
          <p:nvPr/>
        </p:nvSpPr>
        <p:spPr bwMode="auto">
          <a:xfrm>
            <a:off x="3821405" y="4845797"/>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65" name="Freeform 1045"/>
          <p:cNvSpPr>
            <a:spLocks/>
          </p:cNvSpPr>
          <p:nvPr/>
        </p:nvSpPr>
        <p:spPr bwMode="auto">
          <a:xfrm>
            <a:off x="4098620" y="4849569"/>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66" name="Freeform 1046"/>
          <p:cNvSpPr>
            <a:spLocks/>
          </p:cNvSpPr>
          <p:nvPr/>
        </p:nvSpPr>
        <p:spPr bwMode="auto">
          <a:xfrm>
            <a:off x="4070332" y="4849569"/>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67" name="Freeform 1047"/>
          <p:cNvSpPr>
            <a:spLocks/>
          </p:cNvSpPr>
          <p:nvPr/>
        </p:nvSpPr>
        <p:spPr bwMode="auto">
          <a:xfrm>
            <a:off x="3629051" y="4842026"/>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8" name="Freeform 1048"/>
          <p:cNvSpPr>
            <a:spLocks/>
          </p:cNvSpPr>
          <p:nvPr/>
        </p:nvSpPr>
        <p:spPr bwMode="auto">
          <a:xfrm>
            <a:off x="4034502" y="4843912"/>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69" name="Freeform 1049"/>
          <p:cNvSpPr>
            <a:spLocks noEditPoints="1"/>
          </p:cNvSpPr>
          <p:nvPr/>
        </p:nvSpPr>
        <p:spPr bwMode="auto">
          <a:xfrm>
            <a:off x="4062789" y="4843912"/>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0" name="Freeform 1050"/>
          <p:cNvSpPr>
            <a:spLocks noEditPoints="1"/>
          </p:cNvSpPr>
          <p:nvPr/>
        </p:nvSpPr>
        <p:spPr bwMode="auto">
          <a:xfrm>
            <a:off x="4091076" y="4843912"/>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1" name="Rectangle 1051"/>
          <p:cNvSpPr>
            <a:spLocks noChangeArrowheads="1"/>
          </p:cNvSpPr>
          <p:nvPr/>
        </p:nvSpPr>
        <p:spPr bwMode="auto">
          <a:xfrm>
            <a:off x="4121249" y="4858998"/>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272" name="Freeform 1052"/>
          <p:cNvSpPr>
            <a:spLocks/>
          </p:cNvSpPr>
          <p:nvPr/>
        </p:nvSpPr>
        <p:spPr bwMode="auto">
          <a:xfrm>
            <a:off x="3240573" y="4843912"/>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3" name="Freeform 1053"/>
          <p:cNvSpPr>
            <a:spLocks/>
          </p:cNvSpPr>
          <p:nvPr/>
        </p:nvSpPr>
        <p:spPr bwMode="auto">
          <a:xfrm>
            <a:off x="3272632" y="4843912"/>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4" name="Rectangle 1054"/>
          <p:cNvSpPr>
            <a:spLocks noChangeArrowheads="1"/>
          </p:cNvSpPr>
          <p:nvPr/>
        </p:nvSpPr>
        <p:spPr bwMode="auto">
          <a:xfrm>
            <a:off x="3225487" y="4843912"/>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275" name="Freeform 1055"/>
          <p:cNvSpPr>
            <a:spLocks/>
          </p:cNvSpPr>
          <p:nvPr/>
        </p:nvSpPr>
        <p:spPr bwMode="auto">
          <a:xfrm>
            <a:off x="3193428" y="4843912"/>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6" name="Freeform 1056"/>
          <p:cNvSpPr>
            <a:spLocks/>
          </p:cNvSpPr>
          <p:nvPr/>
        </p:nvSpPr>
        <p:spPr bwMode="auto">
          <a:xfrm>
            <a:off x="3904381" y="4840140"/>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7" name="Freeform 1057"/>
          <p:cNvSpPr>
            <a:spLocks noEditPoints="1"/>
          </p:cNvSpPr>
          <p:nvPr/>
        </p:nvSpPr>
        <p:spPr bwMode="auto">
          <a:xfrm>
            <a:off x="3813861" y="4840140"/>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8" name="Freeform 1058"/>
          <p:cNvSpPr>
            <a:spLocks/>
          </p:cNvSpPr>
          <p:nvPr/>
        </p:nvSpPr>
        <p:spPr bwMode="auto">
          <a:xfrm>
            <a:off x="3872322" y="4842026"/>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79" name="Freeform 1059"/>
          <p:cNvSpPr>
            <a:spLocks/>
          </p:cNvSpPr>
          <p:nvPr/>
        </p:nvSpPr>
        <p:spPr bwMode="auto">
          <a:xfrm>
            <a:off x="3842149" y="4840140"/>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0" name="Freeform 1060"/>
          <p:cNvSpPr>
            <a:spLocks/>
          </p:cNvSpPr>
          <p:nvPr/>
        </p:nvSpPr>
        <p:spPr bwMode="auto">
          <a:xfrm>
            <a:off x="3348065" y="6197928"/>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1" name="Freeform 1061"/>
          <p:cNvSpPr>
            <a:spLocks/>
          </p:cNvSpPr>
          <p:nvPr/>
        </p:nvSpPr>
        <p:spPr bwMode="auto">
          <a:xfrm>
            <a:off x="3385781" y="6177184"/>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2" name="Freeform 1062"/>
          <p:cNvSpPr>
            <a:spLocks/>
          </p:cNvSpPr>
          <p:nvPr/>
        </p:nvSpPr>
        <p:spPr bwMode="auto">
          <a:xfrm>
            <a:off x="2895469" y="6177184"/>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3" name="Freeform 1063"/>
          <p:cNvSpPr>
            <a:spLocks/>
          </p:cNvSpPr>
          <p:nvPr/>
        </p:nvSpPr>
        <p:spPr bwMode="auto">
          <a:xfrm>
            <a:off x="2982217" y="6179070"/>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4" name="Freeform 1064"/>
          <p:cNvSpPr>
            <a:spLocks/>
          </p:cNvSpPr>
          <p:nvPr/>
        </p:nvSpPr>
        <p:spPr bwMode="auto">
          <a:xfrm>
            <a:off x="3048220"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5" name="Freeform 1065"/>
          <p:cNvSpPr>
            <a:spLocks/>
          </p:cNvSpPr>
          <p:nvPr/>
        </p:nvSpPr>
        <p:spPr bwMode="auto">
          <a:xfrm>
            <a:off x="3070850" y="6179070"/>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6" name="Freeform 1066"/>
          <p:cNvSpPr>
            <a:spLocks/>
          </p:cNvSpPr>
          <p:nvPr/>
        </p:nvSpPr>
        <p:spPr bwMode="auto">
          <a:xfrm>
            <a:off x="3114224"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7" name="Freeform 1067"/>
          <p:cNvSpPr>
            <a:spLocks/>
          </p:cNvSpPr>
          <p:nvPr/>
        </p:nvSpPr>
        <p:spPr bwMode="auto">
          <a:xfrm>
            <a:off x="3148168" y="6179070"/>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8" name="Freeform 1068"/>
          <p:cNvSpPr>
            <a:spLocks/>
          </p:cNvSpPr>
          <p:nvPr/>
        </p:nvSpPr>
        <p:spPr bwMode="auto">
          <a:xfrm>
            <a:off x="3136853" y="617907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89" name="Freeform 1069"/>
          <p:cNvSpPr>
            <a:spLocks/>
          </p:cNvSpPr>
          <p:nvPr/>
        </p:nvSpPr>
        <p:spPr bwMode="auto">
          <a:xfrm>
            <a:off x="3202857"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0" name="Freeform 1070"/>
          <p:cNvSpPr>
            <a:spLocks/>
          </p:cNvSpPr>
          <p:nvPr/>
        </p:nvSpPr>
        <p:spPr bwMode="auto">
          <a:xfrm>
            <a:off x="3223601"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1" name="Freeform 1071"/>
          <p:cNvSpPr>
            <a:spLocks/>
          </p:cNvSpPr>
          <p:nvPr/>
        </p:nvSpPr>
        <p:spPr bwMode="auto">
          <a:xfrm>
            <a:off x="3246231"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2" name="Freeform 1072"/>
          <p:cNvSpPr>
            <a:spLocks/>
          </p:cNvSpPr>
          <p:nvPr/>
        </p:nvSpPr>
        <p:spPr bwMode="auto">
          <a:xfrm>
            <a:off x="3268861"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3" name="Freeform 1073"/>
          <p:cNvSpPr>
            <a:spLocks/>
          </p:cNvSpPr>
          <p:nvPr/>
        </p:nvSpPr>
        <p:spPr bwMode="auto">
          <a:xfrm>
            <a:off x="3289605" y="6179070"/>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4" name="Freeform 1075"/>
          <p:cNvSpPr>
            <a:spLocks/>
          </p:cNvSpPr>
          <p:nvPr/>
        </p:nvSpPr>
        <p:spPr bwMode="auto">
          <a:xfrm>
            <a:off x="2946386" y="5038151"/>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12700">
            <a:noFill/>
            <a:round/>
            <a:headEnd/>
            <a:tailEnd/>
          </a:ln>
          <a:effectLst/>
        </p:spPr>
        <p:txBody>
          <a:bodyPr wrap="none" anchor="ctr"/>
          <a:lstStyle/>
          <a:p>
            <a:pPr>
              <a:defRPr/>
            </a:pPr>
            <a:endParaRPr lang="da-DK">
              <a:latin typeface="Arial" pitchFamily="34" charset="0"/>
              <a:ea typeface="ＭＳ Ｐゴシック" pitchFamily="-97" charset="-128"/>
            </a:endParaRPr>
          </a:p>
        </p:txBody>
      </p:sp>
      <p:sp>
        <p:nvSpPr>
          <p:cNvPr id="296" name="Freeform 1013"/>
          <p:cNvSpPr>
            <a:spLocks noEditPoints="1"/>
          </p:cNvSpPr>
          <p:nvPr/>
        </p:nvSpPr>
        <p:spPr bwMode="auto">
          <a:xfrm>
            <a:off x="5689771" y="4828825"/>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p:spPr>
        <p:txBody>
          <a:bodyPr/>
          <a:lstStyle/>
          <a:p>
            <a:pPr>
              <a:defRPr/>
            </a:pPr>
            <a:endParaRPr lang="da-DK">
              <a:ea typeface="ＭＳ Ｐゴシック" pitchFamily="-97" charset="-128"/>
            </a:endParaRPr>
          </a:p>
        </p:txBody>
      </p:sp>
      <p:sp>
        <p:nvSpPr>
          <p:cNvPr id="297" name="Freeform 1014"/>
          <p:cNvSpPr>
            <a:spLocks/>
          </p:cNvSpPr>
          <p:nvPr/>
        </p:nvSpPr>
        <p:spPr bwMode="auto">
          <a:xfrm>
            <a:off x="6278146" y="6180955"/>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298" name="Freeform 1015"/>
          <p:cNvSpPr>
            <a:spLocks/>
          </p:cNvSpPr>
          <p:nvPr/>
        </p:nvSpPr>
        <p:spPr bwMode="auto">
          <a:xfrm>
            <a:off x="6231000" y="6201699"/>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299" name="Freeform 1016"/>
          <p:cNvSpPr>
            <a:spLocks/>
          </p:cNvSpPr>
          <p:nvPr/>
        </p:nvSpPr>
        <p:spPr bwMode="auto">
          <a:xfrm>
            <a:off x="6247973" y="6175298"/>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0" name="Freeform 1017"/>
          <p:cNvSpPr>
            <a:spLocks noEditPoints="1"/>
          </p:cNvSpPr>
          <p:nvPr/>
        </p:nvSpPr>
        <p:spPr bwMode="auto">
          <a:xfrm>
            <a:off x="6268717" y="6175298"/>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1" name="Freeform 1018"/>
          <p:cNvSpPr>
            <a:spLocks/>
          </p:cNvSpPr>
          <p:nvPr/>
        </p:nvSpPr>
        <p:spPr bwMode="auto">
          <a:xfrm>
            <a:off x="7183337" y="6196042"/>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2" name="Freeform 1019"/>
          <p:cNvSpPr>
            <a:spLocks/>
          </p:cNvSpPr>
          <p:nvPr/>
        </p:nvSpPr>
        <p:spPr bwMode="auto">
          <a:xfrm>
            <a:off x="7221054" y="6175298"/>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3" name="Freeform 1020"/>
          <p:cNvSpPr>
            <a:spLocks/>
          </p:cNvSpPr>
          <p:nvPr/>
        </p:nvSpPr>
        <p:spPr bwMode="auto">
          <a:xfrm>
            <a:off x="6730741" y="6175298"/>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4" name="Freeform 1021"/>
          <p:cNvSpPr>
            <a:spLocks/>
          </p:cNvSpPr>
          <p:nvPr/>
        </p:nvSpPr>
        <p:spPr bwMode="auto">
          <a:xfrm>
            <a:off x="6327177" y="6177184"/>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5" name="Freeform 1022"/>
          <p:cNvSpPr>
            <a:spLocks/>
          </p:cNvSpPr>
          <p:nvPr/>
        </p:nvSpPr>
        <p:spPr bwMode="auto">
          <a:xfrm>
            <a:off x="6393180"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6" name="Freeform 1023"/>
          <p:cNvSpPr>
            <a:spLocks/>
          </p:cNvSpPr>
          <p:nvPr/>
        </p:nvSpPr>
        <p:spPr bwMode="auto">
          <a:xfrm>
            <a:off x="6413924" y="6177184"/>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7" name="Freeform 1024"/>
          <p:cNvSpPr>
            <a:spLocks/>
          </p:cNvSpPr>
          <p:nvPr/>
        </p:nvSpPr>
        <p:spPr bwMode="auto">
          <a:xfrm>
            <a:off x="6459184"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8" name="Freeform 1025"/>
          <p:cNvSpPr>
            <a:spLocks/>
          </p:cNvSpPr>
          <p:nvPr/>
        </p:nvSpPr>
        <p:spPr bwMode="auto">
          <a:xfrm>
            <a:off x="6491243" y="6177184"/>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09" name="Freeform 1026"/>
          <p:cNvSpPr>
            <a:spLocks/>
          </p:cNvSpPr>
          <p:nvPr/>
        </p:nvSpPr>
        <p:spPr bwMode="auto">
          <a:xfrm>
            <a:off x="6479928"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0" name="Freeform 1027"/>
          <p:cNvSpPr>
            <a:spLocks/>
          </p:cNvSpPr>
          <p:nvPr/>
        </p:nvSpPr>
        <p:spPr bwMode="auto">
          <a:xfrm>
            <a:off x="6545931"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1" name="Freeform 1028"/>
          <p:cNvSpPr>
            <a:spLocks/>
          </p:cNvSpPr>
          <p:nvPr/>
        </p:nvSpPr>
        <p:spPr bwMode="auto">
          <a:xfrm>
            <a:off x="6568561"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2" name="Freeform 1029"/>
          <p:cNvSpPr>
            <a:spLocks/>
          </p:cNvSpPr>
          <p:nvPr/>
        </p:nvSpPr>
        <p:spPr bwMode="auto">
          <a:xfrm>
            <a:off x="6591191"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3" name="Freeform 1030"/>
          <p:cNvSpPr>
            <a:spLocks/>
          </p:cNvSpPr>
          <p:nvPr/>
        </p:nvSpPr>
        <p:spPr bwMode="auto">
          <a:xfrm>
            <a:off x="6611935"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4" name="Freeform 1031"/>
          <p:cNvSpPr>
            <a:spLocks/>
          </p:cNvSpPr>
          <p:nvPr/>
        </p:nvSpPr>
        <p:spPr bwMode="auto">
          <a:xfrm>
            <a:off x="6634565" y="6177184"/>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5" name="Freeform 1032"/>
          <p:cNvSpPr>
            <a:spLocks/>
          </p:cNvSpPr>
          <p:nvPr/>
        </p:nvSpPr>
        <p:spPr bwMode="auto">
          <a:xfrm>
            <a:off x="6817489" y="6177184"/>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6" name="Freeform 1033"/>
          <p:cNvSpPr>
            <a:spLocks/>
          </p:cNvSpPr>
          <p:nvPr/>
        </p:nvSpPr>
        <p:spPr bwMode="auto">
          <a:xfrm>
            <a:off x="6883493"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7" name="Freeform 1034"/>
          <p:cNvSpPr>
            <a:spLocks/>
          </p:cNvSpPr>
          <p:nvPr/>
        </p:nvSpPr>
        <p:spPr bwMode="auto">
          <a:xfrm>
            <a:off x="6906122" y="6177184"/>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8" name="Freeform 1035"/>
          <p:cNvSpPr>
            <a:spLocks/>
          </p:cNvSpPr>
          <p:nvPr/>
        </p:nvSpPr>
        <p:spPr bwMode="auto">
          <a:xfrm>
            <a:off x="6949496"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19" name="Freeform 1036"/>
          <p:cNvSpPr>
            <a:spLocks/>
          </p:cNvSpPr>
          <p:nvPr/>
        </p:nvSpPr>
        <p:spPr bwMode="auto">
          <a:xfrm>
            <a:off x="6983441" y="6177184"/>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0" name="Freeform 1037"/>
          <p:cNvSpPr>
            <a:spLocks/>
          </p:cNvSpPr>
          <p:nvPr/>
        </p:nvSpPr>
        <p:spPr bwMode="auto">
          <a:xfrm>
            <a:off x="6972126"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1" name="Freeform 1038"/>
          <p:cNvSpPr>
            <a:spLocks/>
          </p:cNvSpPr>
          <p:nvPr/>
        </p:nvSpPr>
        <p:spPr bwMode="auto">
          <a:xfrm>
            <a:off x="7038129"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2" name="Freeform 1039"/>
          <p:cNvSpPr>
            <a:spLocks/>
          </p:cNvSpPr>
          <p:nvPr/>
        </p:nvSpPr>
        <p:spPr bwMode="auto">
          <a:xfrm>
            <a:off x="7058873" y="6177184"/>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3" name="Freeform 1040"/>
          <p:cNvSpPr>
            <a:spLocks/>
          </p:cNvSpPr>
          <p:nvPr/>
        </p:nvSpPr>
        <p:spPr bwMode="auto">
          <a:xfrm>
            <a:off x="7081503"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4" name="Freeform 1041"/>
          <p:cNvSpPr>
            <a:spLocks/>
          </p:cNvSpPr>
          <p:nvPr/>
        </p:nvSpPr>
        <p:spPr bwMode="auto">
          <a:xfrm>
            <a:off x="7104133"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5" name="Freeform 1042"/>
          <p:cNvSpPr>
            <a:spLocks/>
          </p:cNvSpPr>
          <p:nvPr/>
        </p:nvSpPr>
        <p:spPr bwMode="auto">
          <a:xfrm>
            <a:off x="7124877" y="6177184"/>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6" name="Freeform 1043"/>
          <p:cNvSpPr>
            <a:spLocks/>
          </p:cNvSpPr>
          <p:nvPr/>
        </p:nvSpPr>
        <p:spPr bwMode="auto">
          <a:xfrm>
            <a:off x="6957039" y="4845797"/>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27" name="Freeform 1044"/>
          <p:cNvSpPr>
            <a:spLocks/>
          </p:cNvSpPr>
          <p:nvPr/>
        </p:nvSpPr>
        <p:spPr bwMode="auto">
          <a:xfrm>
            <a:off x="6636451" y="4845797"/>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28" name="Freeform 1045"/>
          <p:cNvSpPr>
            <a:spLocks/>
          </p:cNvSpPr>
          <p:nvPr/>
        </p:nvSpPr>
        <p:spPr bwMode="auto">
          <a:xfrm>
            <a:off x="6913666" y="4849569"/>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29" name="Freeform 1046"/>
          <p:cNvSpPr>
            <a:spLocks/>
          </p:cNvSpPr>
          <p:nvPr/>
        </p:nvSpPr>
        <p:spPr bwMode="auto">
          <a:xfrm>
            <a:off x="6885378" y="4849569"/>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30" name="Freeform 1047"/>
          <p:cNvSpPr>
            <a:spLocks/>
          </p:cNvSpPr>
          <p:nvPr/>
        </p:nvSpPr>
        <p:spPr bwMode="auto">
          <a:xfrm>
            <a:off x="6444097" y="4842026"/>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1" name="Freeform 1048"/>
          <p:cNvSpPr>
            <a:spLocks/>
          </p:cNvSpPr>
          <p:nvPr/>
        </p:nvSpPr>
        <p:spPr bwMode="auto">
          <a:xfrm>
            <a:off x="6849548" y="4843912"/>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2" name="Freeform 1049"/>
          <p:cNvSpPr>
            <a:spLocks noEditPoints="1"/>
          </p:cNvSpPr>
          <p:nvPr/>
        </p:nvSpPr>
        <p:spPr bwMode="auto">
          <a:xfrm>
            <a:off x="6877835" y="4843912"/>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3" name="Freeform 1050"/>
          <p:cNvSpPr>
            <a:spLocks noEditPoints="1"/>
          </p:cNvSpPr>
          <p:nvPr/>
        </p:nvSpPr>
        <p:spPr bwMode="auto">
          <a:xfrm>
            <a:off x="6906122" y="4843912"/>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4" name="Rectangle 1051"/>
          <p:cNvSpPr>
            <a:spLocks noChangeArrowheads="1"/>
          </p:cNvSpPr>
          <p:nvPr/>
        </p:nvSpPr>
        <p:spPr bwMode="auto">
          <a:xfrm>
            <a:off x="6936295" y="4858998"/>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335" name="Freeform 1052"/>
          <p:cNvSpPr>
            <a:spLocks/>
          </p:cNvSpPr>
          <p:nvPr/>
        </p:nvSpPr>
        <p:spPr bwMode="auto">
          <a:xfrm>
            <a:off x="6055619" y="4843912"/>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6" name="Freeform 1053"/>
          <p:cNvSpPr>
            <a:spLocks/>
          </p:cNvSpPr>
          <p:nvPr/>
        </p:nvSpPr>
        <p:spPr bwMode="auto">
          <a:xfrm>
            <a:off x="6087678" y="4843912"/>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7" name="Rectangle 1054"/>
          <p:cNvSpPr>
            <a:spLocks noChangeArrowheads="1"/>
          </p:cNvSpPr>
          <p:nvPr/>
        </p:nvSpPr>
        <p:spPr bwMode="auto">
          <a:xfrm>
            <a:off x="6040533" y="4843912"/>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338" name="Freeform 1055"/>
          <p:cNvSpPr>
            <a:spLocks/>
          </p:cNvSpPr>
          <p:nvPr/>
        </p:nvSpPr>
        <p:spPr bwMode="auto">
          <a:xfrm>
            <a:off x="6008474" y="4843912"/>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39" name="Freeform 1056"/>
          <p:cNvSpPr>
            <a:spLocks/>
          </p:cNvSpPr>
          <p:nvPr/>
        </p:nvSpPr>
        <p:spPr bwMode="auto">
          <a:xfrm>
            <a:off x="6719427" y="4840140"/>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0" name="Freeform 1057"/>
          <p:cNvSpPr>
            <a:spLocks noEditPoints="1"/>
          </p:cNvSpPr>
          <p:nvPr/>
        </p:nvSpPr>
        <p:spPr bwMode="auto">
          <a:xfrm>
            <a:off x="6628907" y="4840140"/>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1" name="Freeform 1058"/>
          <p:cNvSpPr>
            <a:spLocks/>
          </p:cNvSpPr>
          <p:nvPr/>
        </p:nvSpPr>
        <p:spPr bwMode="auto">
          <a:xfrm>
            <a:off x="6687368" y="4842026"/>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2" name="Freeform 1059"/>
          <p:cNvSpPr>
            <a:spLocks/>
          </p:cNvSpPr>
          <p:nvPr/>
        </p:nvSpPr>
        <p:spPr bwMode="auto">
          <a:xfrm>
            <a:off x="6657195" y="4840140"/>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3" name="Freeform 1060"/>
          <p:cNvSpPr>
            <a:spLocks/>
          </p:cNvSpPr>
          <p:nvPr/>
        </p:nvSpPr>
        <p:spPr bwMode="auto">
          <a:xfrm>
            <a:off x="6163111" y="6197928"/>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4" name="Freeform 1061"/>
          <p:cNvSpPr>
            <a:spLocks/>
          </p:cNvSpPr>
          <p:nvPr/>
        </p:nvSpPr>
        <p:spPr bwMode="auto">
          <a:xfrm>
            <a:off x="6200827" y="6177184"/>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5" name="Freeform 1062"/>
          <p:cNvSpPr>
            <a:spLocks/>
          </p:cNvSpPr>
          <p:nvPr/>
        </p:nvSpPr>
        <p:spPr bwMode="auto">
          <a:xfrm>
            <a:off x="5710515" y="6177184"/>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6" name="Freeform 1063"/>
          <p:cNvSpPr>
            <a:spLocks/>
          </p:cNvSpPr>
          <p:nvPr/>
        </p:nvSpPr>
        <p:spPr bwMode="auto">
          <a:xfrm>
            <a:off x="5797263" y="6179070"/>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7" name="Freeform 1064"/>
          <p:cNvSpPr>
            <a:spLocks/>
          </p:cNvSpPr>
          <p:nvPr/>
        </p:nvSpPr>
        <p:spPr bwMode="auto">
          <a:xfrm>
            <a:off x="5863266"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8" name="Freeform 1065"/>
          <p:cNvSpPr>
            <a:spLocks/>
          </p:cNvSpPr>
          <p:nvPr/>
        </p:nvSpPr>
        <p:spPr bwMode="auto">
          <a:xfrm>
            <a:off x="5885896" y="6179070"/>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49" name="Freeform 1066"/>
          <p:cNvSpPr>
            <a:spLocks/>
          </p:cNvSpPr>
          <p:nvPr/>
        </p:nvSpPr>
        <p:spPr bwMode="auto">
          <a:xfrm>
            <a:off x="5929270"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0" name="Freeform 1067"/>
          <p:cNvSpPr>
            <a:spLocks/>
          </p:cNvSpPr>
          <p:nvPr/>
        </p:nvSpPr>
        <p:spPr bwMode="auto">
          <a:xfrm>
            <a:off x="5963214" y="6179070"/>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1" name="Freeform 1068"/>
          <p:cNvSpPr>
            <a:spLocks/>
          </p:cNvSpPr>
          <p:nvPr/>
        </p:nvSpPr>
        <p:spPr bwMode="auto">
          <a:xfrm>
            <a:off x="5951899" y="617907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2" name="Freeform 1069"/>
          <p:cNvSpPr>
            <a:spLocks/>
          </p:cNvSpPr>
          <p:nvPr/>
        </p:nvSpPr>
        <p:spPr bwMode="auto">
          <a:xfrm>
            <a:off x="6017903"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3" name="Freeform 1070"/>
          <p:cNvSpPr>
            <a:spLocks/>
          </p:cNvSpPr>
          <p:nvPr/>
        </p:nvSpPr>
        <p:spPr bwMode="auto">
          <a:xfrm>
            <a:off x="6038647"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4" name="Freeform 1071"/>
          <p:cNvSpPr>
            <a:spLocks/>
          </p:cNvSpPr>
          <p:nvPr/>
        </p:nvSpPr>
        <p:spPr bwMode="auto">
          <a:xfrm>
            <a:off x="6061277"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5" name="Freeform 1072"/>
          <p:cNvSpPr>
            <a:spLocks/>
          </p:cNvSpPr>
          <p:nvPr/>
        </p:nvSpPr>
        <p:spPr bwMode="auto">
          <a:xfrm>
            <a:off x="6083907"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6" name="Freeform 1073"/>
          <p:cNvSpPr>
            <a:spLocks/>
          </p:cNvSpPr>
          <p:nvPr/>
        </p:nvSpPr>
        <p:spPr bwMode="auto">
          <a:xfrm>
            <a:off x="6104651" y="6179070"/>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57" name="Freeform 1075"/>
          <p:cNvSpPr>
            <a:spLocks/>
          </p:cNvSpPr>
          <p:nvPr/>
        </p:nvSpPr>
        <p:spPr bwMode="auto">
          <a:xfrm>
            <a:off x="5761432" y="5038151"/>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12700">
            <a:noFill/>
            <a:round/>
            <a:headEnd/>
            <a:tailEnd/>
          </a:ln>
          <a:effectLst/>
        </p:spPr>
        <p:txBody>
          <a:bodyPr wrap="none" anchor="ctr"/>
          <a:lstStyle/>
          <a:p>
            <a:pPr>
              <a:defRPr/>
            </a:pPr>
            <a:endParaRPr lang="da-DK">
              <a:latin typeface="Arial" pitchFamily="34" charset="0"/>
              <a:ea typeface="ＭＳ Ｐゴシック" pitchFamily="-97" charset="-128"/>
            </a:endParaRPr>
          </a:p>
        </p:txBody>
      </p:sp>
      <p:sp>
        <p:nvSpPr>
          <p:cNvPr id="359" name="Freeform 1013"/>
          <p:cNvSpPr>
            <a:spLocks noEditPoints="1"/>
          </p:cNvSpPr>
          <p:nvPr/>
        </p:nvSpPr>
        <p:spPr bwMode="auto">
          <a:xfrm>
            <a:off x="8422084" y="4828825"/>
            <a:ext cx="1578428" cy="1406819"/>
          </a:xfrm>
          <a:custGeom>
            <a:avLst/>
            <a:gdLst/>
            <a:ahLst/>
            <a:cxnLst>
              <a:cxn ang="0">
                <a:pos x="1504" y="96"/>
              </a:cxn>
              <a:cxn ang="0">
                <a:pos x="1574" y="76"/>
              </a:cxn>
              <a:cxn ang="0">
                <a:pos x="1582" y="192"/>
              </a:cxn>
              <a:cxn ang="0">
                <a:pos x="1506" y="186"/>
              </a:cxn>
              <a:cxn ang="0">
                <a:pos x="1316" y="76"/>
              </a:cxn>
              <a:cxn ang="0">
                <a:pos x="1388" y="96"/>
              </a:cxn>
              <a:cxn ang="0">
                <a:pos x="1324" y="198"/>
              </a:cxn>
              <a:cxn ang="0">
                <a:pos x="1102" y="96"/>
              </a:cxn>
              <a:cxn ang="0">
                <a:pos x="1166" y="74"/>
              </a:cxn>
              <a:cxn ang="0">
                <a:pos x="1186" y="186"/>
              </a:cxn>
              <a:cxn ang="0">
                <a:pos x="1108" y="192"/>
              </a:cxn>
              <a:cxn ang="0">
                <a:pos x="908" y="82"/>
              </a:cxn>
              <a:cxn ang="0">
                <a:pos x="984" y="88"/>
              </a:cxn>
              <a:cxn ang="0">
                <a:pos x="966" y="198"/>
              </a:cxn>
              <a:cxn ang="0">
                <a:pos x="902" y="96"/>
              </a:cxn>
              <a:cxn ang="0">
                <a:pos x="764" y="74"/>
              </a:cxn>
              <a:cxn ang="0">
                <a:pos x="786" y="176"/>
              </a:cxn>
              <a:cxn ang="0">
                <a:pos x="714" y="196"/>
              </a:cxn>
              <a:cxn ang="0">
                <a:pos x="502" y="88"/>
              </a:cxn>
              <a:cxn ang="0">
                <a:pos x="580" y="82"/>
              </a:cxn>
              <a:cxn ang="0">
                <a:pos x="572" y="196"/>
              </a:cxn>
              <a:cxn ang="0">
                <a:pos x="500" y="176"/>
              </a:cxn>
              <a:cxn ang="0">
                <a:pos x="322" y="74"/>
              </a:cxn>
              <a:cxn ang="0">
                <a:pos x="386" y="176"/>
              </a:cxn>
              <a:cxn ang="0">
                <a:pos x="322" y="198"/>
              </a:cxn>
              <a:cxn ang="0">
                <a:pos x="100" y="96"/>
              </a:cxn>
              <a:cxn ang="0">
                <a:pos x="172" y="76"/>
              </a:cxn>
              <a:cxn ang="0">
                <a:pos x="178" y="192"/>
              </a:cxn>
              <a:cxn ang="0">
                <a:pos x="102" y="186"/>
              </a:cxn>
              <a:cxn ang="0">
                <a:pos x="172" y="1402"/>
              </a:cxn>
              <a:cxn ang="0">
                <a:pos x="100" y="1382"/>
              </a:cxn>
              <a:cxn ang="0">
                <a:pos x="164" y="1280"/>
              </a:cxn>
              <a:cxn ang="0">
                <a:pos x="386" y="1382"/>
              </a:cxn>
              <a:cxn ang="0">
                <a:pos x="322" y="1404"/>
              </a:cxn>
              <a:cxn ang="0">
                <a:pos x="302" y="1292"/>
              </a:cxn>
              <a:cxn ang="0">
                <a:pos x="378" y="1286"/>
              </a:cxn>
              <a:cxn ang="0">
                <a:pos x="580" y="1396"/>
              </a:cxn>
              <a:cxn ang="0">
                <a:pos x="502" y="1390"/>
              </a:cxn>
              <a:cxn ang="0">
                <a:pos x="522" y="1280"/>
              </a:cxn>
              <a:cxn ang="0">
                <a:pos x="586" y="1382"/>
              </a:cxn>
              <a:cxn ang="0">
                <a:pos x="724" y="1404"/>
              </a:cxn>
              <a:cxn ang="0">
                <a:pos x="702" y="1302"/>
              </a:cxn>
              <a:cxn ang="0">
                <a:pos x="772" y="1282"/>
              </a:cxn>
              <a:cxn ang="0">
                <a:pos x="984" y="1390"/>
              </a:cxn>
              <a:cxn ang="0">
                <a:pos x="908" y="1396"/>
              </a:cxn>
              <a:cxn ang="0">
                <a:pos x="916" y="1282"/>
              </a:cxn>
              <a:cxn ang="0">
                <a:pos x="986" y="1302"/>
              </a:cxn>
              <a:cxn ang="0">
                <a:pos x="1166" y="1404"/>
              </a:cxn>
              <a:cxn ang="0">
                <a:pos x="1102" y="1302"/>
              </a:cxn>
              <a:cxn ang="0">
                <a:pos x="1166" y="1280"/>
              </a:cxn>
              <a:cxn ang="0">
                <a:pos x="1388" y="1382"/>
              </a:cxn>
              <a:cxn ang="0">
                <a:pos x="1316" y="1402"/>
              </a:cxn>
              <a:cxn ang="0">
                <a:pos x="1310" y="1286"/>
              </a:cxn>
              <a:cxn ang="0">
                <a:pos x="1386" y="1292"/>
              </a:cxn>
              <a:cxn ang="0">
                <a:pos x="1574" y="1402"/>
              </a:cxn>
              <a:cxn ang="0">
                <a:pos x="1504" y="1382"/>
              </a:cxn>
              <a:cxn ang="0">
                <a:pos x="1566" y="1280"/>
              </a:cxn>
              <a:cxn ang="0">
                <a:pos x="1600" y="1246"/>
              </a:cxn>
              <a:cxn ang="0">
                <a:pos x="84" y="1268"/>
              </a:cxn>
              <a:cxn ang="0">
                <a:pos x="74" y="234"/>
              </a:cxn>
              <a:cxn ang="0">
                <a:pos x="84" y="224"/>
              </a:cxn>
              <a:cxn ang="0">
                <a:pos x="1600" y="234"/>
              </a:cxn>
            </a:cxnLst>
            <a:rect l="0" t="0" r="r" b="b"/>
            <a:pathLst>
              <a:path w="1674" h="1492">
                <a:moveTo>
                  <a:pt x="0" y="0"/>
                </a:moveTo>
                <a:lnTo>
                  <a:pt x="0" y="1492"/>
                </a:lnTo>
                <a:lnTo>
                  <a:pt x="1674" y="1492"/>
                </a:lnTo>
                <a:lnTo>
                  <a:pt x="1674" y="0"/>
                </a:lnTo>
                <a:lnTo>
                  <a:pt x="0" y="0"/>
                </a:lnTo>
                <a:close/>
                <a:moveTo>
                  <a:pt x="1504" y="96"/>
                </a:moveTo>
                <a:lnTo>
                  <a:pt x="1504" y="96"/>
                </a:lnTo>
                <a:lnTo>
                  <a:pt x="1506" y="88"/>
                </a:lnTo>
                <a:lnTo>
                  <a:pt x="1510" y="82"/>
                </a:lnTo>
                <a:lnTo>
                  <a:pt x="1516" y="76"/>
                </a:lnTo>
                <a:lnTo>
                  <a:pt x="1526" y="74"/>
                </a:lnTo>
                <a:lnTo>
                  <a:pt x="1566" y="74"/>
                </a:lnTo>
                <a:lnTo>
                  <a:pt x="1566" y="74"/>
                </a:lnTo>
                <a:lnTo>
                  <a:pt x="1574" y="76"/>
                </a:lnTo>
                <a:lnTo>
                  <a:pt x="1582" y="82"/>
                </a:lnTo>
                <a:lnTo>
                  <a:pt x="1586" y="88"/>
                </a:lnTo>
                <a:lnTo>
                  <a:pt x="1588" y="96"/>
                </a:lnTo>
                <a:lnTo>
                  <a:pt x="1588" y="176"/>
                </a:lnTo>
                <a:lnTo>
                  <a:pt x="1588" y="176"/>
                </a:lnTo>
                <a:lnTo>
                  <a:pt x="1586" y="186"/>
                </a:lnTo>
                <a:lnTo>
                  <a:pt x="1582" y="192"/>
                </a:lnTo>
                <a:lnTo>
                  <a:pt x="1574" y="196"/>
                </a:lnTo>
                <a:lnTo>
                  <a:pt x="1566" y="198"/>
                </a:lnTo>
                <a:lnTo>
                  <a:pt x="1526" y="198"/>
                </a:lnTo>
                <a:lnTo>
                  <a:pt x="1526" y="198"/>
                </a:lnTo>
                <a:lnTo>
                  <a:pt x="1516" y="196"/>
                </a:lnTo>
                <a:lnTo>
                  <a:pt x="1510" y="192"/>
                </a:lnTo>
                <a:lnTo>
                  <a:pt x="1506" y="186"/>
                </a:lnTo>
                <a:lnTo>
                  <a:pt x="1504" y="176"/>
                </a:lnTo>
                <a:lnTo>
                  <a:pt x="1504" y="96"/>
                </a:lnTo>
                <a:close/>
                <a:moveTo>
                  <a:pt x="1302" y="96"/>
                </a:moveTo>
                <a:lnTo>
                  <a:pt x="1302" y="96"/>
                </a:lnTo>
                <a:lnTo>
                  <a:pt x="1304" y="88"/>
                </a:lnTo>
                <a:lnTo>
                  <a:pt x="1310" y="82"/>
                </a:lnTo>
                <a:lnTo>
                  <a:pt x="1316" y="76"/>
                </a:lnTo>
                <a:lnTo>
                  <a:pt x="1324" y="74"/>
                </a:lnTo>
                <a:lnTo>
                  <a:pt x="1366" y="74"/>
                </a:lnTo>
                <a:lnTo>
                  <a:pt x="1366" y="74"/>
                </a:lnTo>
                <a:lnTo>
                  <a:pt x="1374" y="76"/>
                </a:lnTo>
                <a:lnTo>
                  <a:pt x="1382" y="82"/>
                </a:lnTo>
                <a:lnTo>
                  <a:pt x="1386" y="88"/>
                </a:lnTo>
                <a:lnTo>
                  <a:pt x="1388" y="96"/>
                </a:lnTo>
                <a:lnTo>
                  <a:pt x="1388" y="176"/>
                </a:lnTo>
                <a:lnTo>
                  <a:pt x="1388" y="176"/>
                </a:lnTo>
                <a:lnTo>
                  <a:pt x="1386" y="186"/>
                </a:lnTo>
                <a:lnTo>
                  <a:pt x="1382" y="192"/>
                </a:lnTo>
                <a:lnTo>
                  <a:pt x="1374" y="196"/>
                </a:lnTo>
                <a:lnTo>
                  <a:pt x="1366" y="198"/>
                </a:lnTo>
                <a:lnTo>
                  <a:pt x="1324" y="198"/>
                </a:lnTo>
                <a:lnTo>
                  <a:pt x="1324" y="198"/>
                </a:lnTo>
                <a:lnTo>
                  <a:pt x="1316" y="196"/>
                </a:lnTo>
                <a:lnTo>
                  <a:pt x="1310" y="192"/>
                </a:lnTo>
                <a:lnTo>
                  <a:pt x="1304" y="186"/>
                </a:lnTo>
                <a:lnTo>
                  <a:pt x="1302" y="176"/>
                </a:lnTo>
                <a:lnTo>
                  <a:pt x="1302" y="96"/>
                </a:lnTo>
                <a:close/>
                <a:moveTo>
                  <a:pt x="1102" y="96"/>
                </a:moveTo>
                <a:lnTo>
                  <a:pt x="1102" y="96"/>
                </a:lnTo>
                <a:lnTo>
                  <a:pt x="1104" y="88"/>
                </a:lnTo>
                <a:lnTo>
                  <a:pt x="1108" y="82"/>
                </a:lnTo>
                <a:lnTo>
                  <a:pt x="1116" y="76"/>
                </a:lnTo>
                <a:lnTo>
                  <a:pt x="1124" y="74"/>
                </a:lnTo>
                <a:lnTo>
                  <a:pt x="1166" y="74"/>
                </a:lnTo>
                <a:lnTo>
                  <a:pt x="1166" y="74"/>
                </a:lnTo>
                <a:lnTo>
                  <a:pt x="1174" y="76"/>
                </a:lnTo>
                <a:lnTo>
                  <a:pt x="1180" y="82"/>
                </a:lnTo>
                <a:lnTo>
                  <a:pt x="1186" y="88"/>
                </a:lnTo>
                <a:lnTo>
                  <a:pt x="1188" y="96"/>
                </a:lnTo>
                <a:lnTo>
                  <a:pt x="1188" y="176"/>
                </a:lnTo>
                <a:lnTo>
                  <a:pt x="1188" y="176"/>
                </a:lnTo>
                <a:lnTo>
                  <a:pt x="1186" y="186"/>
                </a:lnTo>
                <a:lnTo>
                  <a:pt x="1180" y="192"/>
                </a:lnTo>
                <a:lnTo>
                  <a:pt x="1174" y="196"/>
                </a:lnTo>
                <a:lnTo>
                  <a:pt x="1166" y="198"/>
                </a:lnTo>
                <a:lnTo>
                  <a:pt x="1124" y="198"/>
                </a:lnTo>
                <a:lnTo>
                  <a:pt x="1124" y="198"/>
                </a:lnTo>
                <a:lnTo>
                  <a:pt x="1116" y="196"/>
                </a:lnTo>
                <a:lnTo>
                  <a:pt x="1108" y="192"/>
                </a:lnTo>
                <a:lnTo>
                  <a:pt x="1104" y="186"/>
                </a:lnTo>
                <a:lnTo>
                  <a:pt x="1102" y="176"/>
                </a:lnTo>
                <a:lnTo>
                  <a:pt x="1102" y="96"/>
                </a:lnTo>
                <a:close/>
                <a:moveTo>
                  <a:pt x="902" y="96"/>
                </a:moveTo>
                <a:lnTo>
                  <a:pt x="902" y="96"/>
                </a:lnTo>
                <a:lnTo>
                  <a:pt x="904" y="88"/>
                </a:lnTo>
                <a:lnTo>
                  <a:pt x="908" y="82"/>
                </a:lnTo>
                <a:lnTo>
                  <a:pt x="916" y="76"/>
                </a:lnTo>
                <a:lnTo>
                  <a:pt x="924" y="74"/>
                </a:lnTo>
                <a:lnTo>
                  <a:pt x="966" y="74"/>
                </a:lnTo>
                <a:lnTo>
                  <a:pt x="966" y="74"/>
                </a:lnTo>
                <a:lnTo>
                  <a:pt x="974" y="76"/>
                </a:lnTo>
                <a:lnTo>
                  <a:pt x="980" y="82"/>
                </a:lnTo>
                <a:lnTo>
                  <a:pt x="984" y="88"/>
                </a:lnTo>
                <a:lnTo>
                  <a:pt x="986" y="96"/>
                </a:lnTo>
                <a:lnTo>
                  <a:pt x="986" y="176"/>
                </a:lnTo>
                <a:lnTo>
                  <a:pt x="986" y="176"/>
                </a:lnTo>
                <a:lnTo>
                  <a:pt x="984" y="186"/>
                </a:lnTo>
                <a:lnTo>
                  <a:pt x="980" y="192"/>
                </a:lnTo>
                <a:lnTo>
                  <a:pt x="974" y="196"/>
                </a:lnTo>
                <a:lnTo>
                  <a:pt x="966" y="198"/>
                </a:lnTo>
                <a:lnTo>
                  <a:pt x="924" y="198"/>
                </a:lnTo>
                <a:lnTo>
                  <a:pt x="924" y="198"/>
                </a:lnTo>
                <a:lnTo>
                  <a:pt x="916" y="196"/>
                </a:lnTo>
                <a:lnTo>
                  <a:pt x="908" y="192"/>
                </a:lnTo>
                <a:lnTo>
                  <a:pt x="904" y="186"/>
                </a:lnTo>
                <a:lnTo>
                  <a:pt x="902" y="176"/>
                </a:lnTo>
                <a:lnTo>
                  <a:pt x="902" y="96"/>
                </a:lnTo>
                <a:close/>
                <a:moveTo>
                  <a:pt x="702" y="96"/>
                </a:moveTo>
                <a:lnTo>
                  <a:pt x="702" y="96"/>
                </a:lnTo>
                <a:lnTo>
                  <a:pt x="704" y="88"/>
                </a:lnTo>
                <a:lnTo>
                  <a:pt x="708" y="82"/>
                </a:lnTo>
                <a:lnTo>
                  <a:pt x="714" y="76"/>
                </a:lnTo>
                <a:lnTo>
                  <a:pt x="724" y="74"/>
                </a:lnTo>
                <a:lnTo>
                  <a:pt x="764" y="74"/>
                </a:lnTo>
                <a:lnTo>
                  <a:pt x="764" y="74"/>
                </a:lnTo>
                <a:lnTo>
                  <a:pt x="772" y="76"/>
                </a:lnTo>
                <a:lnTo>
                  <a:pt x="780" y="82"/>
                </a:lnTo>
                <a:lnTo>
                  <a:pt x="784" y="88"/>
                </a:lnTo>
                <a:lnTo>
                  <a:pt x="786" y="96"/>
                </a:lnTo>
                <a:lnTo>
                  <a:pt x="786" y="176"/>
                </a:lnTo>
                <a:lnTo>
                  <a:pt x="786" y="176"/>
                </a:lnTo>
                <a:lnTo>
                  <a:pt x="784" y="186"/>
                </a:lnTo>
                <a:lnTo>
                  <a:pt x="780" y="192"/>
                </a:lnTo>
                <a:lnTo>
                  <a:pt x="772" y="196"/>
                </a:lnTo>
                <a:lnTo>
                  <a:pt x="764" y="198"/>
                </a:lnTo>
                <a:lnTo>
                  <a:pt x="724" y="198"/>
                </a:lnTo>
                <a:lnTo>
                  <a:pt x="724" y="198"/>
                </a:lnTo>
                <a:lnTo>
                  <a:pt x="714" y="196"/>
                </a:lnTo>
                <a:lnTo>
                  <a:pt x="708" y="192"/>
                </a:lnTo>
                <a:lnTo>
                  <a:pt x="704" y="186"/>
                </a:lnTo>
                <a:lnTo>
                  <a:pt x="702" y="176"/>
                </a:lnTo>
                <a:lnTo>
                  <a:pt x="702" y="96"/>
                </a:lnTo>
                <a:close/>
                <a:moveTo>
                  <a:pt x="500" y="96"/>
                </a:moveTo>
                <a:lnTo>
                  <a:pt x="500" y="96"/>
                </a:lnTo>
                <a:lnTo>
                  <a:pt x="502" y="88"/>
                </a:lnTo>
                <a:lnTo>
                  <a:pt x="508" y="82"/>
                </a:lnTo>
                <a:lnTo>
                  <a:pt x="514" y="76"/>
                </a:lnTo>
                <a:lnTo>
                  <a:pt x="522" y="74"/>
                </a:lnTo>
                <a:lnTo>
                  <a:pt x="564" y="74"/>
                </a:lnTo>
                <a:lnTo>
                  <a:pt x="564" y="74"/>
                </a:lnTo>
                <a:lnTo>
                  <a:pt x="572" y="76"/>
                </a:lnTo>
                <a:lnTo>
                  <a:pt x="580" y="82"/>
                </a:lnTo>
                <a:lnTo>
                  <a:pt x="584" y="88"/>
                </a:lnTo>
                <a:lnTo>
                  <a:pt x="586" y="96"/>
                </a:lnTo>
                <a:lnTo>
                  <a:pt x="586" y="176"/>
                </a:lnTo>
                <a:lnTo>
                  <a:pt x="586" y="176"/>
                </a:lnTo>
                <a:lnTo>
                  <a:pt x="584" y="186"/>
                </a:lnTo>
                <a:lnTo>
                  <a:pt x="580" y="192"/>
                </a:lnTo>
                <a:lnTo>
                  <a:pt x="572" y="196"/>
                </a:lnTo>
                <a:lnTo>
                  <a:pt x="564" y="198"/>
                </a:lnTo>
                <a:lnTo>
                  <a:pt x="522" y="198"/>
                </a:lnTo>
                <a:lnTo>
                  <a:pt x="522" y="198"/>
                </a:lnTo>
                <a:lnTo>
                  <a:pt x="514" y="196"/>
                </a:lnTo>
                <a:lnTo>
                  <a:pt x="508" y="192"/>
                </a:lnTo>
                <a:lnTo>
                  <a:pt x="502" y="186"/>
                </a:lnTo>
                <a:lnTo>
                  <a:pt x="500" y="176"/>
                </a:lnTo>
                <a:lnTo>
                  <a:pt x="500" y="96"/>
                </a:lnTo>
                <a:close/>
                <a:moveTo>
                  <a:pt x="300" y="96"/>
                </a:moveTo>
                <a:lnTo>
                  <a:pt x="300" y="96"/>
                </a:lnTo>
                <a:lnTo>
                  <a:pt x="302" y="88"/>
                </a:lnTo>
                <a:lnTo>
                  <a:pt x="306" y="82"/>
                </a:lnTo>
                <a:lnTo>
                  <a:pt x="314" y="76"/>
                </a:lnTo>
                <a:lnTo>
                  <a:pt x="322" y="74"/>
                </a:lnTo>
                <a:lnTo>
                  <a:pt x="364" y="74"/>
                </a:lnTo>
                <a:lnTo>
                  <a:pt x="364" y="74"/>
                </a:lnTo>
                <a:lnTo>
                  <a:pt x="372" y="76"/>
                </a:lnTo>
                <a:lnTo>
                  <a:pt x="378" y="82"/>
                </a:lnTo>
                <a:lnTo>
                  <a:pt x="384" y="88"/>
                </a:lnTo>
                <a:lnTo>
                  <a:pt x="386" y="96"/>
                </a:lnTo>
                <a:lnTo>
                  <a:pt x="386" y="176"/>
                </a:lnTo>
                <a:lnTo>
                  <a:pt x="386" y="176"/>
                </a:lnTo>
                <a:lnTo>
                  <a:pt x="384" y="186"/>
                </a:lnTo>
                <a:lnTo>
                  <a:pt x="378" y="192"/>
                </a:lnTo>
                <a:lnTo>
                  <a:pt x="372" y="196"/>
                </a:lnTo>
                <a:lnTo>
                  <a:pt x="364" y="198"/>
                </a:lnTo>
                <a:lnTo>
                  <a:pt x="322" y="198"/>
                </a:lnTo>
                <a:lnTo>
                  <a:pt x="322" y="198"/>
                </a:lnTo>
                <a:lnTo>
                  <a:pt x="314" y="196"/>
                </a:lnTo>
                <a:lnTo>
                  <a:pt x="306" y="192"/>
                </a:lnTo>
                <a:lnTo>
                  <a:pt x="302" y="186"/>
                </a:lnTo>
                <a:lnTo>
                  <a:pt x="300" y="176"/>
                </a:lnTo>
                <a:lnTo>
                  <a:pt x="300" y="96"/>
                </a:lnTo>
                <a:close/>
                <a:moveTo>
                  <a:pt x="100" y="96"/>
                </a:moveTo>
                <a:lnTo>
                  <a:pt x="100" y="96"/>
                </a:lnTo>
                <a:lnTo>
                  <a:pt x="102" y="88"/>
                </a:lnTo>
                <a:lnTo>
                  <a:pt x="106" y="82"/>
                </a:lnTo>
                <a:lnTo>
                  <a:pt x="114" y="76"/>
                </a:lnTo>
                <a:lnTo>
                  <a:pt x="122" y="74"/>
                </a:lnTo>
                <a:lnTo>
                  <a:pt x="164" y="74"/>
                </a:lnTo>
                <a:lnTo>
                  <a:pt x="164" y="74"/>
                </a:lnTo>
                <a:lnTo>
                  <a:pt x="172" y="76"/>
                </a:lnTo>
                <a:lnTo>
                  <a:pt x="178" y="82"/>
                </a:lnTo>
                <a:lnTo>
                  <a:pt x="182" y="88"/>
                </a:lnTo>
                <a:lnTo>
                  <a:pt x="184" y="96"/>
                </a:lnTo>
                <a:lnTo>
                  <a:pt x="184" y="176"/>
                </a:lnTo>
                <a:lnTo>
                  <a:pt x="184" y="176"/>
                </a:lnTo>
                <a:lnTo>
                  <a:pt x="182" y="186"/>
                </a:lnTo>
                <a:lnTo>
                  <a:pt x="178" y="192"/>
                </a:lnTo>
                <a:lnTo>
                  <a:pt x="172" y="196"/>
                </a:lnTo>
                <a:lnTo>
                  <a:pt x="164" y="198"/>
                </a:lnTo>
                <a:lnTo>
                  <a:pt x="122" y="198"/>
                </a:lnTo>
                <a:lnTo>
                  <a:pt x="122" y="198"/>
                </a:lnTo>
                <a:lnTo>
                  <a:pt x="114" y="196"/>
                </a:lnTo>
                <a:lnTo>
                  <a:pt x="106" y="192"/>
                </a:lnTo>
                <a:lnTo>
                  <a:pt x="102" y="186"/>
                </a:lnTo>
                <a:lnTo>
                  <a:pt x="100" y="176"/>
                </a:lnTo>
                <a:lnTo>
                  <a:pt x="100" y="96"/>
                </a:lnTo>
                <a:close/>
                <a:moveTo>
                  <a:pt x="184" y="1382"/>
                </a:moveTo>
                <a:lnTo>
                  <a:pt x="184" y="1382"/>
                </a:lnTo>
                <a:lnTo>
                  <a:pt x="182" y="1390"/>
                </a:lnTo>
                <a:lnTo>
                  <a:pt x="178" y="1396"/>
                </a:lnTo>
                <a:lnTo>
                  <a:pt x="172" y="1402"/>
                </a:lnTo>
                <a:lnTo>
                  <a:pt x="164" y="1404"/>
                </a:lnTo>
                <a:lnTo>
                  <a:pt x="122" y="1404"/>
                </a:lnTo>
                <a:lnTo>
                  <a:pt x="122" y="1404"/>
                </a:lnTo>
                <a:lnTo>
                  <a:pt x="114" y="1402"/>
                </a:lnTo>
                <a:lnTo>
                  <a:pt x="106" y="1396"/>
                </a:lnTo>
                <a:lnTo>
                  <a:pt x="102" y="1390"/>
                </a:lnTo>
                <a:lnTo>
                  <a:pt x="100" y="1382"/>
                </a:lnTo>
                <a:lnTo>
                  <a:pt x="100" y="1302"/>
                </a:lnTo>
                <a:lnTo>
                  <a:pt x="100" y="1302"/>
                </a:lnTo>
                <a:lnTo>
                  <a:pt x="102" y="1292"/>
                </a:lnTo>
                <a:lnTo>
                  <a:pt x="106" y="1286"/>
                </a:lnTo>
                <a:lnTo>
                  <a:pt x="114" y="1282"/>
                </a:lnTo>
                <a:lnTo>
                  <a:pt x="122" y="1280"/>
                </a:lnTo>
                <a:lnTo>
                  <a:pt x="164" y="1280"/>
                </a:lnTo>
                <a:lnTo>
                  <a:pt x="164" y="1280"/>
                </a:lnTo>
                <a:lnTo>
                  <a:pt x="172" y="1282"/>
                </a:lnTo>
                <a:lnTo>
                  <a:pt x="178" y="1286"/>
                </a:lnTo>
                <a:lnTo>
                  <a:pt x="182" y="1292"/>
                </a:lnTo>
                <a:lnTo>
                  <a:pt x="184" y="1302"/>
                </a:lnTo>
                <a:lnTo>
                  <a:pt x="184" y="1382"/>
                </a:lnTo>
                <a:close/>
                <a:moveTo>
                  <a:pt x="386" y="1382"/>
                </a:moveTo>
                <a:lnTo>
                  <a:pt x="386" y="1382"/>
                </a:lnTo>
                <a:lnTo>
                  <a:pt x="384" y="1390"/>
                </a:lnTo>
                <a:lnTo>
                  <a:pt x="378" y="1396"/>
                </a:lnTo>
                <a:lnTo>
                  <a:pt x="372" y="1402"/>
                </a:lnTo>
                <a:lnTo>
                  <a:pt x="364" y="1404"/>
                </a:lnTo>
                <a:lnTo>
                  <a:pt x="322" y="1404"/>
                </a:lnTo>
                <a:lnTo>
                  <a:pt x="322" y="1404"/>
                </a:lnTo>
                <a:lnTo>
                  <a:pt x="314" y="1402"/>
                </a:lnTo>
                <a:lnTo>
                  <a:pt x="306" y="1396"/>
                </a:lnTo>
                <a:lnTo>
                  <a:pt x="302" y="1390"/>
                </a:lnTo>
                <a:lnTo>
                  <a:pt x="300" y="1382"/>
                </a:lnTo>
                <a:lnTo>
                  <a:pt x="300" y="1302"/>
                </a:lnTo>
                <a:lnTo>
                  <a:pt x="300" y="1302"/>
                </a:lnTo>
                <a:lnTo>
                  <a:pt x="302" y="1292"/>
                </a:lnTo>
                <a:lnTo>
                  <a:pt x="306" y="1286"/>
                </a:lnTo>
                <a:lnTo>
                  <a:pt x="314" y="1282"/>
                </a:lnTo>
                <a:lnTo>
                  <a:pt x="322" y="1280"/>
                </a:lnTo>
                <a:lnTo>
                  <a:pt x="364" y="1280"/>
                </a:lnTo>
                <a:lnTo>
                  <a:pt x="364" y="1280"/>
                </a:lnTo>
                <a:lnTo>
                  <a:pt x="372" y="1282"/>
                </a:lnTo>
                <a:lnTo>
                  <a:pt x="378" y="1286"/>
                </a:lnTo>
                <a:lnTo>
                  <a:pt x="384" y="1292"/>
                </a:lnTo>
                <a:lnTo>
                  <a:pt x="386" y="1302"/>
                </a:lnTo>
                <a:lnTo>
                  <a:pt x="386" y="1382"/>
                </a:lnTo>
                <a:close/>
                <a:moveTo>
                  <a:pt x="586" y="1382"/>
                </a:moveTo>
                <a:lnTo>
                  <a:pt x="586" y="1382"/>
                </a:lnTo>
                <a:lnTo>
                  <a:pt x="584" y="1390"/>
                </a:lnTo>
                <a:lnTo>
                  <a:pt x="580" y="1396"/>
                </a:lnTo>
                <a:lnTo>
                  <a:pt x="572" y="1402"/>
                </a:lnTo>
                <a:lnTo>
                  <a:pt x="564" y="1404"/>
                </a:lnTo>
                <a:lnTo>
                  <a:pt x="522" y="1404"/>
                </a:lnTo>
                <a:lnTo>
                  <a:pt x="522" y="1404"/>
                </a:lnTo>
                <a:lnTo>
                  <a:pt x="514" y="1402"/>
                </a:lnTo>
                <a:lnTo>
                  <a:pt x="508" y="1396"/>
                </a:lnTo>
                <a:lnTo>
                  <a:pt x="502" y="1390"/>
                </a:lnTo>
                <a:lnTo>
                  <a:pt x="500" y="1382"/>
                </a:lnTo>
                <a:lnTo>
                  <a:pt x="500" y="1302"/>
                </a:lnTo>
                <a:lnTo>
                  <a:pt x="500" y="1302"/>
                </a:lnTo>
                <a:lnTo>
                  <a:pt x="502" y="1292"/>
                </a:lnTo>
                <a:lnTo>
                  <a:pt x="508" y="1286"/>
                </a:lnTo>
                <a:lnTo>
                  <a:pt x="514" y="1282"/>
                </a:lnTo>
                <a:lnTo>
                  <a:pt x="522" y="1280"/>
                </a:lnTo>
                <a:lnTo>
                  <a:pt x="564" y="1280"/>
                </a:lnTo>
                <a:lnTo>
                  <a:pt x="564" y="1280"/>
                </a:lnTo>
                <a:lnTo>
                  <a:pt x="572" y="1282"/>
                </a:lnTo>
                <a:lnTo>
                  <a:pt x="580" y="1286"/>
                </a:lnTo>
                <a:lnTo>
                  <a:pt x="584" y="1292"/>
                </a:lnTo>
                <a:lnTo>
                  <a:pt x="586" y="1302"/>
                </a:lnTo>
                <a:lnTo>
                  <a:pt x="586" y="1382"/>
                </a:lnTo>
                <a:close/>
                <a:moveTo>
                  <a:pt x="786" y="1382"/>
                </a:moveTo>
                <a:lnTo>
                  <a:pt x="786" y="1382"/>
                </a:lnTo>
                <a:lnTo>
                  <a:pt x="784" y="1390"/>
                </a:lnTo>
                <a:lnTo>
                  <a:pt x="780" y="1396"/>
                </a:lnTo>
                <a:lnTo>
                  <a:pt x="772" y="1402"/>
                </a:lnTo>
                <a:lnTo>
                  <a:pt x="764" y="1404"/>
                </a:lnTo>
                <a:lnTo>
                  <a:pt x="724" y="1404"/>
                </a:lnTo>
                <a:lnTo>
                  <a:pt x="724" y="1404"/>
                </a:lnTo>
                <a:lnTo>
                  <a:pt x="714" y="1402"/>
                </a:lnTo>
                <a:lnTo>
                  <a:pt x="708" y="1396"/>
                </a:lnTo>
                <a:lnTo>
                  <a:pt x="704" y="1390"/>
                </a:lnTo>
                <a:lnTo>
                  <a:pt x="702" y="1382"/>
                </a:lnTo>
                <a:lnTo>
                  <a:pt x="702" y="1302"/>
                </a:lnTo>
                <a:lnTo>
                  <a:pt x="702" y="1302"/>
                </a:lnTo>
                <a:lnTo>
                  <a:pt x="704" y="1292"/>
                </a:lnTo>
                <a:lnTo>
                  <a:pt x="708" y="1286"/>
                </a:lnTo>
                <a:lnTo>
                  <a:pt x="714" y="1282"/>
                </a:lnTo>
                <a:lnTo>
                  <a:pt x="724" y="1280"/>
                </a:lnTo>
                <a:lnTo>
                  <a:pt x="764" y="1280"/>
                </a:lnTo>
                <a:lnTo>
                  <a:pt x="764" y="1280"/>
                </a:lnTo>
                <a:lnTo>
                  <a:pt x="772" y="1282"/>
                </a:lnTo>
                <a:lnTo>
                  <a:pt x="780" y="1286"/>
                </a:lnTo>
                <a:lnTo>
                  <a:pt x="784" y="1292"/>
                </a:lnTo>
                <a:lnTo>
                  <a:pt x="786" y="1302"/>
                </a:lnTo>
                <a:lnTo>
                  <a:pt x="786" y="1382"/>
                </a:lnTo>
                <a:close/>
                <a:moveTo>
                  <a:pt x="986" y="1382"/>
                </a:moveTo>
                <a:lnTo>
                  <a:pt x="986" y="1382"/>
                </a:lnTo>
                <a:lnTo>
                  <a:pt x="984" y="1390"/>
                </a:lnTo>
                <a:lnTo>
                  <a:pt x="980" y="1396"/>
                </a:lnTo>
                <a:lnTo>
                  <a:pt x="974" y="1402"/>
                </a:lnTo>
                <a:lnTo>
                  <a:pt x="966" y="1404"/>
                </a:lnTo>
                <a:lnTo>
                  <a:pt x="924" y="1404"/>
                </a:lnTo>
                <a:lnTo>
                  <a:pt x="924" y="1404"/>
                </a:lnTo>
                <a:lnTo>
                  <a:pt x="916" y="1402"/>
                </a:lnTo>
                <a:lnTo>
                  <a:pt x="908" y="1396"/>
                </a:lnTo>
                <a:lnTo>
                  <a:pt x="904" y="1390"/>
                </a:lnTo>
                <a:lnTo>
                  <a:pt x="902" y="1382"/>
                </a:lnTo>
                <a:lnTo>
                  <a:pt x="902" y="1302"/>
                </a:lnTo>
                <a:lnTo>
                  <a:pt x="902" y="1302"/>
                </a:lnTo>
                <a:lnTo>
                  <a:pt x="904" y="1292"/>
                </a:lnTo>
                <a:lnTo>
                  <a:pt x="908" y="1286"/>
                </a:lnTo>
                <a:lnTo>
                  <a:pt x="916" y="1282"/>
                </a:lnTo>
                <a:lnTo>
                  <a:pt x="924" y="1280"/>
                </a:lnTo>
                <a:lnTo>
                  <a:pt x="966" y="1280"/>
                </a:lnTo>
                <a:lnTo>
                  <a:pt x="966" y="1280"/>
                </a:lnTo>
                <a:lnTo>
                  <a:pt x="974" y="1282"/>
                </a:lnTo>
                <a:lnTo>
                  <a:pt x="980" y="1286"/>
                </a:lnTo>
                <a:lnTo>
                  <a:pt x="984" y="1292"/>
                </a:lnTo>
                <a:lnTo>
                  <a:pt x="986" y="1302"/>
                </a:lnTo>
                <a:lnTo>
                  <a:pt x="986" y="1382"/>
                </a:lnTo>
                <a:close/>
                <a:moveTo>
                  <a:pt x="1188" y="1382"/>
                </a:moveTo>
                <a:lnTo>
                  <a:pt x="1188" y="1382"/>
                </a:lnTo>
                <a:lnTo>
                  <a:pt x="1186" y="1390"/>
                </a:lnTo>
                <a:lnTo>
                  <a:pt x="1180" y="1396"/>
                </a:lnTo>
                <a:lnTo>
                  <a:pt x="1174" y="1402"/>
                </a:lnTo>
                <a:lnTo>
                  <a:pt x="1166" y="1404"/>
                </a:lnTo>
                <a:lnTo>
                  <a:pt x="1124" y="1404"/>
                </a:lnTo>
                <a:lnTo>
                  <a:pt x="1124" y="1404"/>
                </a:lnTo>
                <a:lnTo>
                  <a:pt x="1116" y="1402"/>
                </a:lnTo>
                <a:lnTo>
                  <a:pt x="1108" y="1396"/>
                </a:lnTo>
                <a:lnTo>
                  <a:pt x="1104" y="1390"/>
                </a:lnTo>
                <a:lnTo>
                  <a:pt x="1102" y="1382"/>
                </a:lnTo>
                <a:lnTo>
                  <a:pt x="1102" y="1302"/>
                </a:lnTo>
                <a:lnTo>
                  <a:pt x="1102" y="1302"/>
                </a:lnTo>
                <a:lnTo>
                  <a:pt x="1104" y="1292"/>
                </a:lnTo>
                <a:lnTo>
                  <a:pt x="1108" y="1286"/>
                </a:lnTo>
                <a:lnTo>
                  <a:pt x="1116" y="1282"/>
                </a:lnTo>
                <a:lnTo>
                  <a:pt x="1124" y="1280"/>
                </a:lnTo>
                <a:lnTo>
                  <a:pt x="1166" y="1280"/>
                </a:lnTo>
                <a:lnTo>
                  <a:pt x="1166" y="1280"/>
                </a:lnTo>
                <a:lnTo>
                  <a:pt x="1174" y="1282"/>
                </a:lnTo>
                <a:lnTo>
                  <a:pt x="1180" y="1286"/>
                </a:lnTo>
                <a:lnTo>
                  <a:pt x="1186" y="1292"/>
                </a:lnTo>
                <a:lnTo>
                  <a:pt x="1188" y="1302"/>
                </a:lnTo>
                <a:lnTo>
                  <a:pt x="1188" y="1382"/>
                </a:lnTo>
                <a:close/>
                <a:moveTo>
                  <a:pt x="1388" y="1382"/>
                </a:moveTo>
                <a:lnTo>
                  <a:pt x="1388" y="1382"/>
                </a:lnTo>
                <a:lnTo>
                  <a:pt x="1386" y="1390"/>
                </a:lnTo>
                <a:lnTo>
                  <a:pt x="1382" y="1396"/>
                </a:lnTo>
                <a:lnTo>
                  <a:pt x="1374" y="1402"/>
                </a:lnTo>
                <a:lnTo>
                  <a:pt x="1366" y="1404"/>
                </a:lnTo>
                <a:lnTo>
                  <a:pt x="1324" y="1404"/>
                </a:lnTo>
                <a:lnTo>
                  <a:pt x="1324" y="1404"/>
                </a:lnTo>
                <a:lnTo>
                  <a:pt x="1316" y="1402"/>
                </a:lnTo>
                <a:lnTo>
                  <a:pt x="1310" y="1396"/>
                </a:lnTo>
                <a:lnTo>
                  <a:pt x="1304" y="1390"/>
                </a:lnTo>
                <a:lnTo>
                  <a:pt x="1302" y="1382"/>
                </a:lnTo>
                <a:lnTo>
                  <a:pt x="1302" y="1302"/>
                </a:lnTo>
                <a:lnTo>
                  <a:pt x="1302" y="1302"/>
                </a:lnTo>
                <a:lnTo>
                  <a:pt x="1304" y="1292"/>
                </a:lnTo>
                <a:lnTo>
                  <a:pt x="1310" y="1286"/>
                </a:lnTo>
                <a:lnTo>
                  <a:pt x="1316" y="1282"/>
                </a:lnTo>
                <a:lnTo>
                  <a:pt x="1324" y="1280"/>
                </a:lnTo>
                <a:lnTo>
                  <a:pt x="1366" y="1280"/>
                </a:lnTo>
                <a:lnTo>
                  <a:pt x="1366" y="1280"/>
                </a:lnTo>
                <a:lnTo>
                  <a:pt x="1374" y="1282"/>
                </a:lnTo>
                <a:lnTo>
                  <a:pt x="1382" y="1286"/>
                </a:lnTo>
                <a:lnTo>
                  <a:pt x="1386" y="1292"/>
                </a:lnTo>
                <a:lnTo>
                  <a:pt x="1388" y="1302"/>
                </a:lnTo>
                <a:lnTo>
                  <a:pt x="1388" y="1382"/>
                </a:lnTo>
                <a:close/>
                <a:moveTo>
                  <a:pt x="1588" y="1382"/>
                </a:moveTo>
                <a:lnTo>
                  <a:pt x="1588" y="1382"/>
                </a:lnTo>
                <a:lnTo>
                  <a:pt x="1586" y="1390"/>
                </a:lnTo>
                <a:lnTo>
                  <a:pt x="1582" y="1396"/>
                </a:lnTo>
                <a:lnTo>
                  <a:pt x="1574" y="1402"/>
                </a:lnTo>
                <a:lnTo>
                  <a:pt x="1566" y="1404"/>
                </a:lnTo>
                <a:lnTo>
                  <a:pt x="1526" y="1404"/>
                </a:lnTo>
                <a:lnTo>
                  <a:pt x="1526" y="1404"/>
                </a:lnTo>
                <a:lnTo>
                  <a:pt x="1516" y="1402"/>
                </a:lnTo>
                <a:lnTo>
                  <a:pt x="1510" y="1396"/>
                </a:lnTo>
                <a:lnTo>
                  <a:pt x="1506" y="1390"/>
                </a:lnTo>
                <a:lnTo>
                  <a:pt x="1504" y="1382"/>
                </a:lnTo>
                <a:lnTo>
                  <a:pt x="1504" y="1302"/>
                </a:lnTo>
                <a:lnTo>
                  <a:pt x="1504" y="1302"/>
                </a:lnTo>
                <a:lnTo>
                  <a:pt x="1506" y="1292"/>
                </a:lnTo>
                <a:lnTo>
                  <a:pt x="1510" y="1286"/>
                </a:lnTo>
                <a:lnTo>
                  <a:pt x="1516" y="1282"/>
                </a:lnTo>
                <a:lnTo>
                  <a:pt x="1526" y="1280"/>
                </a:lnTo>
                <a:lnTo>
                  <a:pt x="1566" y="1280"/>
                </a:lnTo>
                <a:lnTo>
                  <a:pt x="1566" y="1280"/>
                </a:lnTo>
                <a:lnTo>
                  <a:pt x="1574" y="1282"/>
                </a:lnTo>
                <a:lnTo>
                  <a:pt x="1582" y="1286"/>
                </a:lnTo>
                <a:lnTo>
                  <a:pt x="1586" y="1292"/>
                </a:lnTo>
                <a:lnTo>
                  <a:pt x="1588" y="1302"/>
                </a:lnTo>
                <a:lnTo>
                  <a:pt x="1588" y="1382"/>
                </a:lnTo>
                <a:close/>
                <a:moveTo>
                  <a:pt x="1600" y="1246"/>
                </a:moveTo>
                <a:lnTo>
                  <a:pt x="1600" y="1258"/>
                </a:lnTo>
                <a:lnTo>
                  <a:pt x="1600" y="1258"/>
                </a:lnTo>
                <a:lnTo>
                  <a:pt x="1598" y="1262"/>
                </a:lnTo>
                <a:lnTo>
                  <a:pt x="1596" y="1264"/>
                </a:lnTo>
                <a:lnTo>
                  <a:pt x="1594" y="1266"/>
                </a:lnTo>
                <a:lnTo>
                  <a:pt x="1590" y="1268"/>
                </a:lnTo>
                <a:lnTo>
                  <a:pt x="84" y="1268"/>
                </a:lnTo>
                <a:lnTo>
                  <a:pt x="84" y="1268"/>
                </a:lnTo>
                <a:lnTo>
                  <a:pt x="80" y="1266"/>
                </a:lnTo>
                <a:lnTo>
                  <a:pt x="78" y="1264"/>
                </a:lnTo>
                <a:lnTo>
                  <a:pt x="76" y="1262"/>
                </a:lnTo>
                <a:lnTo>
                  <a:pt x="74" y="1258"/>
                </a:lnTo>
                <a:lnTo>
                  <a:pt x="74" y="1246"/>
                </a:lnTo>
                <a:lnTo>
                  <a:pt x="74" y="234"/>
                </a:lnTo>
                <a:lnTo>
                  <a:pt x="74" y="234"/>
                </a:lnTo>
                <a:lnTo>
                  <a:pt x="74" y="234"/>
                </a:lnTo>
                <a:lnTo>
                  <a:pt x="76" y="230"/>
                </a:lnTo>
                <a:lnTo>
                  <a:pt x="76" y="228"/>
                </a:lnTo>
                <a:lnTo>
                  <a:pt x="76" y="228"/>
                </a:lnTo>
                <a:lnTo>
                  <a:pt x="80" y="226"/>
                </a:lnTo>
                <a:lnTo>
                  <a:pt x="84" y="224"/>
                </a:lnTo>
                <a:lnTo>
                  <a:pt x="1590" y="224"/>
                </a:lnTo>
                <a:lnTo>
                  <a:pt x="1590" y="224"/>
                </a:lnTo>
                <a:lnTo>
                  <a:pt x="1594" y="226"/>
                </a:lnTo>
                <a:lnTo>
                  <a:pt x="1596" y="228"/>
                </a:lnTo>
                <a:lnTo>
                  <a:pt x="1596" y="228"/>
                </a:lnTo>
                <a:lnTo>
                  <a:pt x="1598" y="230"/>
                </a:lnTo>
                <a:lnTo>
                  <a:pt x="1600" y="234"/>
                </a:lnTo>
                <a:lnTo>
                  <a:pt x="1600" y="234"/>
                </a:lnTo>
                <a:lnTo>
                  <a:pt x="1600" y="1246"/>
                </a:lnTo>
                <a:close/>
              </a:path>
            </a:pathLst>
          </a:custGeom>
          <a:solidFill>
            <a:schemeClr val="accent6">
              <a:lumMod val="75000"/>
            </a:schemeClr>
          </a:solidFill>
          <a:ln w="9525">
            <a:noFill/>
            <a:round/>
            <a:headEnd/>
            <a:tailEnd/>
          </a:ln>
        </p:spPr>
        <p:txBody>
          <a:bodyPr/>
          <a:lstStyle/>
          <a:p>
            <a:pPr>
              <a:defRPr/>
            </a:pPr>
            <a:endParaRPr lang="da-DK">
              <a:ea typeface="ＭＳ Ｐゴシック" pitchFamily="-97" charset="-128"/>
            </a:endParaRPr>
          </a:p>
        </p:txBody>
      </p:sp>
      <p:sp>
        <p:nvSpPr>
          <p:cNvPr id="360" name="Freeform 1014"/>
          <p:cNvSpPr>
            <a:spLocks/>
          </p:cNvSpPr>
          <p:nvPr/>
        </p:nvSpPr>
        <p:spPr bwMode="auto">
          <a:xfrm>
            <a:off x="9010459" y="6180955"/>
            <a:ext cx="7543" cy="11315"/>
          </a:xfrm>
          <a:custGeom>
            <a:avLst/>
            <a:gdLst/>
            <a:ahLst/>
            <a:cxnLst>
              <a:cxn ang="0">
                <a:pos x="0" y="12"/>
              </a:cxn>
              <a:cxn ang="0">
                <a:pos x="8" y="12"/>
              </a:cxn>
              <a:cxn ang="0">
                <a:pos x="4" y="0"/>
              </a:cxn>
              <a:cxn ang="0">
                <a:pos x="0" y="12"/>
              </a:cxn>
            </a:cxnLst>
            <a:rect l="0" t="0" r="r" b="b"/>
            <a:pathLst>
              <a:path w="8" h="12">
                <a:moveTo>
                  <a:pt x="0" y="12"/>
                </a:moveTo>
                <a:lnTo>
                  <a:pt x="8" y="12"/>
                </a:lnTo>
                <a:lnTo>
                  <a:pt x="4" y="0"/>
                </a:lnTo>
                <a:lnTo>
                  <a:pt x="0" y="12"/>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61" name="Freeform 1015"/>
          <p:cNvSpPr>
            <a:spLocks/>
          </p:cNvSpPr>
          <p:nvPr/>
        </p:nvSpPr>
        <p:spPr bwMode="auto">
          <a:xfrm>
            <a:off x="8963313" y="6201699"/>
            <a:ext cx="30173" cy="16972"/>
          </a:xfrm>
          <a:custGeom>
            <a:avLst/>
            <a:gdLst/>
            <a:ahLst/>
            <a:cxnLst>
              <a:cxn ang="0">
                <a:pos x="4" y="16"/>
              </a:cxn>
              <a:cxn ang="0">
                <a:pos x="32" y="8"/>
              </a:cxn>
              <a:cxn ang="0">
                <a:pos x="4" y="2"/>
              </a:cxn>
              <a:cxn ang="0">
                <a:pos x="0" y="0"/>
              </a:cxn>
              <a:cxn ang="0">
                <a:pos x="0" y="18"/>
              </a:cxn>
              <a:cxn ang="0">
                <a:pos x="4" y="16"/>
              </a:cxn>
            </a:cxnLst>
            <a:rect l="0" t="0" r="r" b="b"/>
            <a:pathLst>
              <a:path w="32" h="18">
                <a:moveTo>
                  <a:pt x="4" y="16"/>
                </a:moveTo>
                <a:lnTo>
                  <a:pt x="32" y="8"/>
                </a:lnTo>
                <a:lnTo>
                  <a:pt x="4" y="2"/>
                </a:lnTo>
                <a:lnTo>
                  <a:pt x="0" y="0"/>
                </a:lnTo>
                <a:lnTo>
                  <a:pt x="0" y="18"/>
                </a:lnTo>
                <a:lnTo>
                  <a:pt x="4"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2" name="Freeform 1016"/>
          <p:cNvSpPr>
            <a:spLocks/>
          </p:cNvSpPr>
          <p:nvPr/>
        </p:nvSpPr>
        <p:spPr bwMode="auto">
          <a:xfrm>
            <a:off x="8980286" y="6175298"/>
            <a:ext cx="18858" cy="26401"/>
          </a:xfrm>
          <a:custGeom>
            <a:avLst/>
            <a:gdLst/>
            <a:ahLst/>
            <a:cxnLst>
              <a:cxn ang="0">
                <a:pos x="14" y="20"/>
              </a:cxn>
              <a:cxn ang="0">
                <a:pos x="14" y="20"/>
              </a:cxn>
              <a:cxn ang="0">
                <a:pos x="16" y="16"/>
              </a:cxn>
              <a:cxn ang="0">
                <a:pos x="16" y="16"/>
              </a:cxn>
              <a:cxn ang="0">
                <a:pos x="18" y="12"/>
              </a:cxn>
              <a:cxn ang="0">
                <a:pos x="18" y="12"/>
              </a:cxn>
              <a:cxn ang="0">
                <a:pos x="20" y="8"/>
              </a:cxn>
              <a:cxn ang="0">
                <a:pos x="20" y="8"/>
              </a:cxn>
              <a:cxn ang="0">
                <a:pos x="18" y="4"/>
              </a:cxn>
              <a:cxn ang="0">
                <a:pos x="18" y="2"/>
              </a:cxn>
              <a:cxn ang="0">
                <a:pos x="18" y="2"/>
              </a:cxn>
              <a:cxn ang="0">
                <a:pos x="14" y="0"/>
              </a:cxn>
              <a:cxn ang="0">
                <a:pos x="10" y="0"/>
              </a:cxn>
              <a:cxn ang="0">
                <a:pos x="10" y="0"/>
              </a:cxn>
              <a:cxn ang="0">
                <a:pos x="4" y="2"/>
              </a:cxn>
              <a:cxn ang="0">
                <a:pos x="4" y="2"/>
              </a:cxn>
              <a:cxn ang="0">
                <a:pos x="2" y="4"/>
              </a:cxn>
              <a:cxn ang="0">
                <a:pos x="2" y="8"/>
              </a:cxn>
              <a:cxn ang="0">
                <a:pos x="6" y="10"/>
              </a:cxn>
              <a:cxn ang="0">
                <a:pos x="6" y="10"/>
              </a:cxn>
              <a:cxn ang="0">
                <a:pos x="8" y="6"/>
              </a:cxn>
              <a:cxn ang="0">
                <a:pos x="8" y="6"/>
              </a:cxn>
              <a:cxn ang="0">
                <a:pos x="10" y="4"/>
              </a:cxn>
              <a:cxn ang="0">
                <a:pos x="10" y="4"/>
              </a:cxn>
              <a:cxn ang="0">
                <a:pos x="14" y="6"/>
              </a:cxn>
              <a:cxn ang="0">
                <a:pos x="14" y="6"/>
              </a:cxn>
              <a:cxn ang="0">
                <a:pos x="14" y="8"/>
              </a:cxn>
              <a:cxn ang="0">
                <a:pos x="14" y="8"/>
              </a:cxn>
              <a:cxn ang="0">
                <a:pos x="12" y="12"/>
              </a:cxn>
              <a:cxn ang="0">
                <a:pos x="12" y="12"/>
              </a:cxn>
              <a:cxn ang="0">
                <a:pos x="8" y="16"/>
              </a:cxn>
              <a:cxn ang="0">
                <a:pos x="8" y="16"/>
              </a:cxn>
              <a:cxn ang="0">
                <a:pos x="2" y="24"/>
              </a:cxn>
              <a:cxn ang="0">
                <a:pos x="2" y="24"/>
              </a:cxn>
              <a:cxn ang="0">
                <a:pos x="0" y="28"/>
              </a:cxn>
              <a:cxn ang="0">
                <a:pos x="20" y="28"/>
              </a:cxn>
              <a:cxn ang="0">
                <a:pos x="20" y="24"/>
              </a:cxn>
              <a:cxn ang="0">
                <a:pos x="8" y="24"/>
              </a:cxn>
              <a:cxn ang="0">
                <a:pos x="8" y="24"/>
              </a:cxn>
              <a:cxn ang="0">
                <a:pos x="10" y="22"/>
              </a:cxn>
              <a:cxn ang="0">
                <a:pos x="10" y="22"/>
              </a:cxn>
              <a:cxn ang="0">
                <a:pos x="14" y="20"/>
              </a:cxn>
              <a:cxn ang="0">
                <a:pos x="14" y="20"/>
              </a:cxn>
            </a:cxnLst>
            <a:rect l="0" t="0" r="r" b="b"/>
            <a:pathLst>
              <a:path w="20" h="28">
                <a:moveTo>
                  <a:pt x="14" y="20"/>
                </a:moveTo>
                <a:lnTo>
                  <a:pt x="14" y="20"/>
                </a:lnTo>
                <a:lnTo>
                  <a:pt x="16" y="16"/>
                </a:lnTo>
                <a:lnTo>
                  <a:pt x="16" y="16"/>
                </a:lnTo>
                <a:lnTo>
                  <a:pt x="18" y="12"/>
                </a:lnTo>
                <a:lnTo>
                  <a:pt x="18" y="12"/>
                </a:lnTo>
                <a:lnTo>
                  <a:pt x="20" y="8"/>
                </a:lnTo>
                <a:lnTo>
                  <a:pt x="20" y="8"/>
                </a:lnTo>
                <a:lnTo>
                  <a:pt x="18" y="4"/>
                </a:lnTo>
                <a:lnTo>
                  <a:pt x="18" y="2"/>
                </a:lnTo>
                <a:lnTo>
                  <a:pt x="18" y="2"/>
                </a:lnTo>
                <a:lnTo>
                  <a:pt x="14" y="0"/>
                </a:lnTo>
                <a:lnTo>
                  <a:pt x="10" y="0"/>
                </a:lnTo>
                <a:lnTo>
                  <a:pt x="10" y="0"/>
                </a:lnTo>
                <a:lnTo>
                  <a:pt x="4" y="2"/>
                </a:lnTo>
                <a:lnTo>
                  <a:pt x="4" y="2"/>
                </a:lnTo>
                <a:lnTo>
                  <a:pt x="2" y="4"/>
                </a:lnTo>
                <a:lnTo>
                  <a:pt x="2" y="8"/>
                </a:lnTo>
                <a:lnTo>
                  <a:pt x="6" y="10"/>
                </a:lnTo>
                <a:lnTo>
                  <a:pt x="6" y="10"/>
                </a:lnTo>
                <a:lnTo>
                  <a:pt x="8" y="6"/>
                </a:lnTo>
                <a:lnTo>
                  <a:pt x="8" y="6"/>
                </a:lnTo>
                <a:lnTo>
                  <a:pt x="10" y="4"/>
                </a:lnTo>
                <a:lnTo>
                  <a:pt x="10" y="4"/>
                </a:lnTo>
                <a:lnTo>
                  <a:pt x="14" y="6"/>
                </a:lnTo>
                <a:lnTo>
                  <a:pt x="14" y="6"/>
                </a:lnTo>
                <a:lnTo>
                  <a:pt x="14" y="8"/>
                </a:lnTo>
                <a:lnTo>
                  <a:pt x="14" y="8"/>
                </a:lnTo>
                <a:lnTo>
                  <a:pt x="12" y="12"/>
                </a:lnTo>
                <a:lnTo>
                  <a:pt x="12" y="12"/>
                </a:lnTo>
                <a:lnTo>
                  <a:pt x="8" y="16"/>
                </a:lnTo>
                <a:lnTo>
                  <a:pt x="8" y="16"/>
                </a:lnTo>
                <a:lnTo>
                  <a:pt x="2" y="24"/>
                </a:lnTo>
                <a:lnTo>
                  <a:pt x="2" y="24"/>
                </a:lnTo>
                <a:lnTo>
                  <a:pt x="0" y="28"/>
                </a:lnTo>
                <a:lnTo>
                  <a:pt x="20" y="28"/>
                </a:lnTo>
                <a:lnTo>
                  <a:pt x="20" y="24"/>
                </a:lnTo>
                <a:lnTo>
                  <a:pt x="8" y="24"/>
                </a:lnTo>
                <a:lnTo>
                  <a:pt x="8" y="24"/>
                </a:lnTo>
                <a:lnTo>
                  <a:pt x="10" y="22"/>
                </a:lnTo>
                <a:lnTo>
                  <a:pt x="10" y="22"/>
                </a:lnTo>
                <a:lnTo>
                  <a:pt x="14" y="20"/>
                </a:lnTo>
                <a:lnTo>
                  <a:pt x="14"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3" name="Freeform 1017"/>
          <p:cNvSpPr>
            <a:spLocks noEditPoints="1"/>
          </p:cNvSpPr>
          <p:nvPr/>
        </p:nvSpPr>
        <p:spPr bwMode="auto">
          <a:xfrm>
            <a:off x="9001030" y="6175298"/>
            <a:ext cx="26401" cy="26401"/>
          </a:xfrm>
          <a:custGeom>
            <a:avLst/>
            <a:gdLst/>
            <a:ahLst/>
            <a:cxnLst>
              <a:cxn ang="0">
                <a:pos x="10" y="0"/>
              </a:cxn>
              <a:cxn ang="0">
                <a:pos x="0" y="28"/>
              </a:cxn>
              <a:cxn ang="0">
                <a:pos x="6" y="28"/>
              </a:cxn>
              <a:cxn ang="0">
                <a:pos x="8" y="22"/>
              </a:cxn>
              <a:cxn ang="0">
                <a:pos x="18" y="22"/>
              </a:cxn>
              <a:cxn ang="0">
                <a:pos x="22" y="28"/>
              </a:cxn>
              <a:cxn ang="0">
                <a:pos x="28" y="28"/>
              </a:cxn>
              <a:cxn ang="0">
                <a:pos x="16" y="0"/>
              </a:cxn>
              <a:cxn ang="0">
                <a:pos x="10" y="0"/>
              </a:cxn>
              <a:cxn ang="0">
                <a:pos x="10" y="18"/>
              </a:cxn>
              <a:cxn ang="0">
                <a:pos x="14" y="6"/>
              </a:cxn>
              <a:cxn ang="0">
                <a:pos x="18" y="18"/>
              </a:cxn>
              <a:cxn ang="0">
                <a:pos x="10" y="18"/>
              </a:cxn>
            </a:cxnLst>
            <a:rect l="0" t="0" r="r" b="b"/>
            <a:pathLst>
              <a:path w="28" h="28">
                <a:moveTo>
                  <a:pt x="10" y="0"/>
                </a:moveTo>
                <a:lnTo>
                  <a:pt x="0" y="28"/>
                </a:lnTo>
                <a:lnTo>
                  <a:pt x="6" y="28"/>
                </a:lnTo>
                <a:lnTo>
                  <a:pt x="8" y="22"/>
                </a:lnTo>
                <a:lnTo>
                  <a:pt x="18" y="22"/>
                </a:lnTo>
                <a:lnTo>
                  <a:pt x="22" y="28"/>
                </a:lnTo>
                <a:lnTo>
                  <a:pt x="28" y="28"/>
                </a:lnTo>
                <a:lnTo>
                  <a:pt x="16" y="0"/>
                </a:lnTo>
                <a:lnTo>
                  <a:pt x="10" y="0"/>
                </a:lnTo>
                <a:close/>
                <a:moveTo>
                  <a:pt x="10" y="18"/>
                </a:moveTo>
                <a:lnTo>
                  <a:pt x="14" y="6"/>
                </a:lnTo>
                <a:lnTo>
                  <a:pt x="18" y="18"/>
                </a:lnTo>
                <a:lnTo>
                  <a:pt x="10"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4" name="Freeform 1018"/>
          <p:cNvSpPr>
            <a:spLocks/>
          </p:cNvSpPr>
          <p:nvPr/>
        </p:nvSpPr>
        <p:spPr bwMode="auto">
          <a:xfrm>
            <a:off x="9915650" y="6196042"/>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5" name="Freeform 1019"/>
          <p:cNvSpPr>
            <a:spLocks/>
          </p:cNvSpPr>
          <p:nvPr/>
        </p:nvSpPr>
        <p:spPr bwMode="auto">
          <a:xfrm>
            <a:off x="9953367" y="6175298"/>
            <a:ext cx="18858" cy="28287"/>
          </a:xfrm>
          <a:custGeom>
            <a:avLst/>
            <a:gdLst/>
            <a:ahLst/>
            <a:cxnLst>
              <a:cxn ang="0">
                <a:pos x="14" y="14"/>
              </a:cxn>
              <a:cxn ang="0">
                <a:pos x="14" y="14"/>
              </a:cxn>
              <a:cxn ang="0">
                <a:pos x="18"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2"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8" y="10"/>
                </a:lnTo>
                <a:lnTo>
                  <a:pt x="18" y="8"/>
                </a:lnTo>
                <a:lnTo>
                  <a:pt x="18" y="8"/>
                </a:lnTo>
                <a:lnTo>
                  <a:pt x="16" y="2"/>
                </a:lnTo>
                <a:lnTo>
                  <a:pt x="16" y="2"/>
                </a:lnTo>
                <a:lnTo>
                  <a:pt x="14" y="0"/>
                </a:lnTo>
                <a:lnTo>
                  <a:pt x="10" y="0"/>
                </a:lnTo>
                <a:lnTo>
                  <a:pt x="10" y="0"/>
                </a:lnTo>
                <a:lnTo>
                  <a:pt x="6" y="2"/>
                </a:lnTo>
                <a:lnTo>
                  <a:pt x="6" y="2"/>
                </a:lnTo>
                <a:lnTo>
                  <a:pt x="2" y="4"/>
                </a:lnTo>
                <a:lnTo>
                  <a:pt x="2" y="4"/>
                </a:lnTo>
                <a:lnTo>
                  <a:pt x="2"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6" name="Freeform 1020"/>
          <p:cNvSpPr>
            <a:spLocks/>
          </p:cNvSpPr>
          <p:nvPr/>
        </p:nvSpPr>
        <p:spPr bwMode="auto">
          <a:xfrm>
            <a:off x="9463054" y="6175298"/>
            <a:ext cx="22630" cy="41488"/>
          </a:xfrm>
          <a:custGeom>
            <a:avLst/>
            <a:gdLst/>
            <a:ahLst/>
            <a:cxnLst>
              <a:cxn ang="0">
                <a:pos x="20" y="20"/>
              </a:cxn>
              <a:cxn ang="0">
                <a:pos x="22" y="16"/>
              </a:cxn>
              <a:cxn ang="0">
                <a:pos x="24" y="12"/>
              </a:cxn>
              <a:cxn ang="0">
                <a:pos x="20" y="4"/>
              </a:cxn>
              <a:cxn ang="0">
                <a:pos x="18" y="2"/>
              </a:cxn>
              <a:cxn ang="0">
                <a:pos x="10" y="0"/>
              </a:cxn>
              <a:cxn ang="0">
                <a:pos x="2" y="2"/>
              </a:cxn>
              <a:cxn ang="0">
                <a:pos x="0" y="6"/>
              </a:cxn>
              <a:cxn ang="0">
                <a:pos x="0" y="14"/>
              </a:cxn>
              <a:cxn ang="0">
                <a:pos x="10" y="10"/>
              </a:cxn>
              <a:cxn ang="0">
                <a:pos x="10" y="8"/>
              </a:cxn>
              <a:cxn ang="0">
                <a:pos x="12" y="6"/>
              </a:cxn>
              <a:cxn ang="0">
                <a:pos x="14" y="8"/>
              </a:cxn>
              <a:cxn ang="0">
                <a:pos x="14" y="10"/>
              </a:cxn>
              <a:cxn ang="0">
                <a:pos x="14" y="12"/>
              </a:cxn>
              <a:cxn ang="0">
                <a:pos x="14" y="16"/>
              </a:cxn>
              <a:cxn ang="0">
                <a:pos x="12" y="16"/>
              </a:cxn>
              <a:cxn ang="0">
                <a:pos x="8" y="24"/>
              </a:cxn>
              <a:cxn ang="0">
                <a:pos x="12" y="24"/>
              </a:cxn>
              <a:cxn ang="0">
                <a:pos x="14" y="26"/>
              </a:cxn>
              <a:cxn ang="0">
                <a:pos x="14" y="28"/>
              </a:cxn>
              <a:cxn ang="0">
                <a:pos x="14" y="32"/>
              </a:cxn>
              <a:cxn ang="0">
                <a:pos x="14"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8" y="2"/>
                </a:lnTo>
                <a:lnTo>
                  <a:pt x="10" y="0"/>
                </a:lnTo>
                <a:lnTo>
                  <a:pt x="10" y="0"/>
                </a:lnTo>
                <a:lnTo>
                  <a:pt x="6" y="0"/>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4" y="8"/>
                </a:lnTo>
                <a:lnTo>
                  <a:pt x="14" y="8"/>
                </a:lnTo>
                <a:lnTo>
                  <a:pt x="14" y="10"/>
                </a:lnTo>
                <a:lnTo>
                  <a:pt x="14" y="12"/>
                </a:lnTo>
                <a:lnTo>
                  <a:pt x="14" y="12"/>
                </a:lnTo>
                <a:lnTo>
                  <a:pt x="14" y="16"/>
                </a:lnTo>
                <a:lnTo>
                  <a:pt x="14" y="16"/>
                </a:lnTo>
                <a:lnTo>
                  <a:pt x="12" y="16"/>
                </a:lnTo>
                <a:lnTo>
                  <a:pt x="12" y="16"/>
                </a:lnTo>
                <a:lnTo>
                  <a:pt x="8" y="18"/>
                </a:lnTo>
                <a:lnTo>
                  <a:pt x="8" y="24"/>
                </a:lnTo>
                <a:lnTo>
                  <a:pt x="8" y="24"/>
                </a:lnTo>
                <a:lnTo>
                  <a:pt x="12" y="24"/>
                </a:lnTo>
                <a:lnTo>
                  <a:pt x="12" y="24"/>
                </a:lnTo>
                <a:lnTo>
                  <a:pt x="14" y="26"/>
                </a:lnTo>
                <a:lnTo>
                  <a:pt x="14" y="26"/>
                </a:lnTo>
                <a:lnTo>
                  <a:pt x="14" y="28"/>
                </a:lnTo>
                <a:lnTo>
                  <a:pt x="14" y="32"/>
                </a:lnTo>
                <a:lnTo>
                  <a:pt x="14" y="32"/>
                </a:lnTo>
                <a:lnTo>
                  <a:pt x="14" y="36"/>
                </a:lnTo>
                <a:lnTo>
                  <a:pt x="14"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7" name="Freeform 1021"/>
          <p:cNvSpPr>
            <a:spLocks/>
          </p:cNvSpPr>
          <p:nvPr/>
        </p:nvSpPr>
        <p:spPr bwMode="auto">
          <a:xfrm>
            <a:off x="9059490" y="6177184"/>
            <a:ext cx="54689" cy="41488"/>
          </a:xfrm>
          <a:custGeom>
            <a:avLst/>
            <a:gdLst/>
            <a:ahLst/>
            <a:cxnLst>
              <a:cxn ang="0">
                <a:pos x="0" y="44"/>
              </a:cxn>
              <a:cxn ang="0">
                <a:pos x="12" y="44"/>
              </a:cxn>
              <a:cxn ang="0">
                <a:pos x="12" y="24"/>
              </a:cxn>
              <a:cxn ang="0">
                <a:pos x="22" y="24"/>
              </a:cxn>
              <a:cxn ang="0">
                <a:pos x="22" y="44"/>
              </a:cxn>
              <a:cxn ang="0">
                <a:pos x="22" y="44"/>
              </a:cxn>
              <a:cxn ang="0">
                <a:pos x="36" y="44"/>
              </a:cxn>
              <a:cxn ang="0">
                <a:pos x="36" y="24"/>
              </a:cxn>
              <a:cxn ang="0">
                <a:pos x="46" y="24"/>
              </a:cxn>
              <a:cxn ang="0">
                <a:pos x="46" y="44"/>
              </a:cxn>
              <a:cxn ang="0">
                <a:pos x="46" y="44"/>
              </a:cxn>
              <a:cxn ang="0">
                <a:pos x="58" y="44"/>
              </a:cxn>
              <a:cxn ang="0">
                <a:pos x="58" y="0"/>
              </a:cxn>
              <a:cxn ang="0">
                <a:pos x="58" y="0"/>
              </a:cxn>
              <a:cxn ang="0">
                <a:pos x="0" y="0"/>
              </a:cxn>
              <a:cxn ang="0">
                <a:pos x="0" y="44"/>
              </a:cxn>
            </a:cxnLst>
            <a:rect l="0" t="0" r="r" b="b"/>
            <a:pathLst>
              <a:path w="58" h="44">
                <a:moveTo>
                  <a:pt x="0" y="44"/>
                </a:moveTo>
                <a:lnTo>
                  <a:pt x="12" y="44"/>
                </a:lnTo>
                <a:lnTo>
                  <a:pt x="12" y="24"/>
                </a:lnTo>
                <a:lnTo>
                  <a:pt x="22" y="24"/>
                </a:lnTo>
                <a:lnTo>
                  <a:pt x="22" y="44"/>
                </a:lnTo>
                <a:lnTo>
                  <a:pt x="22" y="44"/>
                </a:lnTo>
                <a:lnTo>
                  <a:pt x="36" y="44"/>
                </a:lnTo>
                <a:lnTo>
                  <a:pt x="36" y="24"/>
                </a:lnTo>
                <a:lnTo>
                  <a:pt x="46" y="24"/>
                </a:lnTo>
                <a:lnTo>
                  <a:pt x="46" y="44"/>
                </a:lnTo>
                <a:lnTo>
                  <a:pt x="46" y="44"/>
                </a:lnTo>
                <a:lnTo>
                  <a:pt x="58" y="44"/>
                </a:lnTo>
                <a:lnTo>
                  <a:pt x="58" y="0"/>
                </a:lnTo>
                <a:lnTo>
                  <a:pt x="58"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8" name="Freeform 1022"/>
          <p:cNvSpPr>
            <a:spLocks/>
          </p:cNvSpPr>
          <p:nvPr/>
        </p:nvSpPr>
        <p:spPr bwMode="auto">
          <a:xfrm>
            <a:off x="9125493"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69" name="Freeform 1023"/>
          <p:cNvSpPr>
            <a:spLocks/>
          </p:cNvSpPr>
          <p:nvPr/>
        </p:nvSpPr>
        <p:spPr bwMode="auto">
          <a:xfrm>
            <a:off x="9146237" y="6177184"/>
            <a:ext cx="33945" cy="41488"/>
          </a:xfrm>
          <a:custGeom>
            <a:avLst/>
            <a:gdLst/>
            <a:ahLst/>
            <a:cxnLst>
              <a:cxn ang="0">
                <a:pos x="24" y="24"/>
              </a:cxn>
              <a:cxn ang="0">
                <a:pos x="14" y="24"/>
              </a:cxn>
              <a:cxn ang="0">
                <a:pos x="14" y="0"/>
              </a:cxn>
              <a:cxn ang="0">
                <a:pos x="14"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4" y="24"/>
                </a:lnTo>
                <a:lnTo>
                  <a:pt x="14" y="0"/>
                </a:lnTo>
                <a:lnTo>
                  <a:pt x="14"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0" name="Freeform 1024"/>
          <p:cNvSpPr>
            <a:spLocks/>
          </p:cNvSpPr>
          <p:nvPr/>
        </p:nvSpPr>
        <p:spPr bwMode="auto">
          <a:xfrm>
            <a:off x="9191497"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1" name="Freeform 1025"/>
          <p:cNvSpPr>
            <a:spLocks/>
          </p:cNvSpPr>
          <p:nvPr/>
        </p:nvSpPr>
        <p:spPr bwMode="auto">
          <a:xfrm>
            <a:off x="9223556" y="6177184"/>
            <a:ext cx="45260" cy="41488"/>
          </a:xfrm>
          <a:custGeom>
            <a:avLst/>
            <a:gdLst/>
            <a:ahLst/>
            <a:cxnLst>
              <a:cxn ang="0">
                <a:pos x="36" y="24"/>
              </a:cxn>
              <a:cxn ang="0">
                <a:pos x="24" y="24"/>
              </a:cxn>
              <a:cxn ang="0">
                <a:pos x="24" y="24"/>
              </a:cxn>
              <a:cxn ang="0">
                <a:pos x="24" y="0"/>
              </a:cxn>
              <a:cxn ang="0">
                <a:pos x="24" y="0"/>
              </a:cxn>
              <a:cxn ang="0">
                <a:pos x="12" y="0"/>
              </a:cxn>
              <a:cxn ang="0">
                <a:pos x="12" y="0"/>
              </a:cxn>
              <a:cxn ang="0">
                <a:pos x="12" y="24"/>
              </a:cxn>
              <a:cxn ang="0">
                <a:pos x="0" y="24"/>
              </a:cxn>
              <a:cxn ang="0">
                <a:pos x="0" y="24"/>
              </a:cxn>
              <a:cxn ang="0">
                <a:pos x="0" y="44"/>
              </a:cxn>
              <a:cxn ang="0">
                <a:pos x="0" y="44"/>
              </a:cxn>
              <a:cxn ang="0">
                <a:pos x="14" y="44"/>
              </a:cxn>
              <a:cxn ang="0">
                <a:pos x="14" y="44"/>
              </a:cxn>
              <a:cxn ang="0">
                <a:pos x="14" y="24"/>
              </a:cxn>
              <a:cxn ang="0">
                <a:pos x="24" y="24"/>
              </a:cxn>
              <a:cxn ang="0">
                <a:pos x="24" y="24"/>
              </a:cxn>
              <a:cxn ang="0">
                <a:pos x="24" y="44"/>
              </a:cxn>
              <a:cxn ang="0">
                <a:pos x="24" y="44"/>
              </a:cxn>
              <a:cxn ang="0">
                <a:pos x="36" y="44"/>
              </a:cxn>
              <a:cxn ang="0">
                <a:pos x="36" y="44"/>
              </a:cxn>
              <a:cxn ang="0">
                <a:pos x="36" y="24"/>
              </a:cxn>
              <a:cxn ang="0">
                <a:pos x="48" y="24"/>
              </a:cxn>
              <a:cxn ang="0">
                <a:pos x="48" y="24"/>
              </a:cxn>
              <a:cxn ang="0">
                <a:pos x="48" y="0"/>
              </a:cxn>
              <a:cxn ang="0">
                <a:pos x="48" y="0"/>
              </a:cxn>
              <a:cxn ang="0">
                <a:pos x="36" y="0"/>
              </a:cxn>
              <a:cxn ang="0">
                <a:pos x="36" y="0"/>
              </a:cxn>
              <a:cxn ang="0">
                <a:pos x="36" y="24"/>
              </a:cxn>
              <a:cxn ang="0">
                <a:pos x="36" y="24"/>
              </a:cxn>
            </a:cxnLst>
            <a:rect l="0" t="0" r="r" b="b"/>
            <a:pathLst>
              <a:path w="48" h="44">
                <a:moveTo>
                  <a:pt x="36" y="24"/>
                </a:moveTo>
                <a:lnTo>
                  <a:pt x="24" y="24"/>
                </a:lnTo>
                <a:lnTo>
                  <a:pt x="24" y="24"/>
                </a:lnTo>
                <a:lnTo>
                  <a:pt x="24" y="0"/>
                </a:lnTo>
                <a:lnTo>
                  <a:pt x="24" y="0"/>
                </a:lnTo>
                <a:lnTo>
                  <a:pt x="12" y="0"/>
                </a:lnTo>
                <a:lnTo>
                  <a:pt x="12" y="0"/>
                </a:lnTo>
                <a:lnTo>
                  <a:pt x="12" y="24"/>
                </a:lnTo>
                <a:lnTo>
                  <a:pt x="0" y="24"/>
                </a:lnTo>
                <a:lnTo>
                  <a:pt x="0" y="24"/>
                </a:lnTo>
                <a:lnTo>
                  <a:pt x="0" y="44"/>
                </a:lnTo>
                <a:lnTo>
                  <a:pt x="0" y="44"/>
                </a:lnTo>
                <a:lnTo>
                  <a:pt x="14" y="44"/>
                </a:lnTo>
                <a:lnTo>
                  <a:pt x="14" y="44"/>
                </a:lnTo>
                <a:lnTo>
                  <a:pt x="14" y="24"/>
                </a:lnTo>
                <a:lnTo>
                  <a:pt x="24" y="24"/>
                </a:lnTo>
                <a:lnTo>
                  <a:pt x="24" y="24"/>
                </a:lnTo>
                <a:lnTo>
                  <a:pt x="24" y="44"/>
                </a:lnTo>
                <a:lnTo>
                  <a:pt x="24" y="44"/>
                </a:lnTo>
                <a:lnTo>
                  <a:pt x="36" y="44"/>
                </a:lnTo>
                <a:lnTo>
                  <a:pt x="36" y="44"/>
                </a:lnTo>
                <a:lnTo>
                  <a:pt x="36" y="24"/>
                </a:lnTo>
                <a:lnTo>
                  <a:pt x="48" y="24"/>
                </a:lnTo>
                <a:lnTo>
                  <a:pt x="48" y="24"/>
                </a:lnTo>
                <a:lnTo>
                  <a:pt x="48" y="0"/>
                </a:lnTo>
                <a:lnTo>
                  <a:pt x="48" y="0"/>
                </a:lnTo>
                <a:lnTo>
                  <a:pt x="36" y="0"/>
                </a:lnTo>
                <a:lnTo>
                  <a:pt x="36" y="0"/>
                </a:lnTo>
                <a:lnTo>
                  <a:pt x="36" y="24"/>
                </a:lnTo>
                <a:lnTo>
                  <a:pt x="36"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2" name="Freeform 1026"/>
          <p:cNvSpPr>
            <a:spLocks/>
          </p:cNvSpPr>
          <p:nvPr/>
        </p:nvSpPr>
        <p:spPr bwMode="auto">
          <a:xfrm>
            <a:off x="9212241"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3" name="Freeform 1027"/>
          <p:cNvSpPr>
            <a:spLocks/>
          </p:cNvSpPr>
          <p:nvPr/>
        </p:nvSpPr>
        <p:spPr bwMode="auto">
          <a:xfrm>
            <a:off x="9278244"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4" name="Freeform 1028"/>
          <p:cNvSpPr>
            <a:spLocks/>
          </p:cNvSpPr>
          <p:nvPr/>
        </p:nvSpPr>
        <p:spPr bwMode="auto">
          <a:xfrm>
            <a:off x="9300874"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5" name="Freeform 1029"/>
          <p:cNvSpPr>
            <a:spLocks/>
          </p:cNvSpPr>
          <p:nvPr/>
        </p:nvSpPr>
        <p:spPr bwMode="auto">
          <a:xfrm>
            <a:off x="9323504"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6" name="Freeform 1030"/>
          <p:cNvSpPr>
            <a:spLocks/>
          </p:cNvSpPr>
          <p:nvPr/>
        </p:nvSpPr>
        <p:spPr bwMode="auto">
          <a:xfrm>
            <a:off x="9344248"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7" name="Freeform 1031"/>
          <p:cNvSpPr>
            <a:spLocks/>
          </p:cNvSpPr>
          <p:nvPr/>
        </p:nvSpPr>
        <p:spPr bwMode="auto">
          <a:xfrm>
            <a:off x="9366878" y="6177184"/>
            <a:ext cx="33945" cy="39602"/>
          </a:xfrm>
          <a:custGeom>
            <a:avLst/>
            <a:gdLst/>
            <a:ahLst/>
            <a:cxnLst>
              <a:cxn ang="0">
                <a:pos x="0" y="42"/>
              </a:cxn>
              <a:cxn ang="0">
                <a:pos x="0" y="42"/>
              </a:cxn>
              <a:cxn ang="0">
                <a:pos x="12" y="42"/>
              </a:cxn>
              <a:cxn ang="0">
                <a:pos x="12"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2" y="42"/>
                </a:lnTo>
                <a:lnTo>
                  <a:pt x="12"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8" name="Freeform 1032"/>
          <p:cNvSpPr>
            <a:spLocks/>
          </p:cNvSpPr>
          <p:nvPr/>
        </p:nvSpPr>
        <p:spPr bwMode="auto">
          <a:xfrm>
            <a:off x="9549802" y="6177184"/>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8" y="24"/>
              </a:cxn>
              <a:cxn ang="0">
                <a:pos x="48" y="44"/>
              </a:cxn>
              <a:cxn ang="0">
                <a:pos x="48" y="44"/>
              </a:cxn>
              <a:cxn ang="0">
                <a:pos x="60" y="44"/>
              </a:cxn>
              <a:cxn ang="0">
                <a:pos x="60" y="0"/>
              </a:cxn>
              <a:cxn ang="0">
                <a:pos x="60" y="0"/>
              </a:cxn>
              <a:cxn ang="0">
                <a:pos x="0" y="0"/>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8" y="24"/>
                </a:lnTo>
                <a:lnTo>
                  <a:pt x="48" y="44"/>
                </a:lnTo>
                <a:lnTo>
                  <a:pt x="48" y="44"/>
                </a:lnTo>
                <a:lnTo>
                  <a:pt x="60" y="44"/>
                </a:lnTo>
                <a:lnTo>
                  <a:pt x="60" y="0"/>
                </a:lnTo>
                <a:lnTo>
                  <a:pt x="60"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79" name="Freeform 1033"/>
          <p:cNvSpPr>
            <a:spLocks/>
          </p:cNvSpPr>
          <p:nvPr/>
        </p:nvSpPr>
        <p:spPr bwMode="auto">
          <a:xfrm>
            <a:off x="9615806"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0" name="Freeform 1034"/>
          <p:cNvSpPr>
            <a:spLocks/>
          </p:cNvSpPr>
          <p:nvPr/>
        </p:nvSpPr>
        <p:spPr bwMode="auto">
          <a:xfrm>
            <a:off x="9638435" y="6177184"/>
            <a:ext cx="33945" cy="41488"/>
          </a:xfrm>
          <a:custGeom>
            <a:avLst/>
            <a:gdLst/>
            <a:ahLst/>
            <a:cxnLst>
              <a:cxn ang="0">
                <a:pos x="24" y="24"/>
              </a:cxn>
              <a:cxn ang="0">
                <a:pos x="12" y="24"/>
              </a:cxn>
              <a:cxn ang="0">
                <a:pos x="12" y="0"/>
              </a:cxn>
              <a:cxn ang="0">
                <a:pos x="12" y="0"/>
              </a:cxn>
              <a:cxn ang="0">
                <a:pos x="0" y="0"/>
              </a:cxn>
              <a:cxn ang="0">
                <a:pos x="0" y="44"/>
              </a:cxn>
              <a:cxn ang="0">
                <a:pos x="36" y="44"/>
              </a:cxn>
              <a:cxn ang="0">
                <a:pos x="36" y="0"/>
              </a:cxn>
              <a:cxn ang="0">
                <a:pos x="36" y="0"/>
              </a:cxn>
              <a:cxn ang="0">
                <a:pos x="24" y="0"/>
              </a:cxn>
              <a:cxn ang="0">
                <a:pos x="24" y="24"/>
              </a:cxn>
            </a:cxnLst>
            <a:rect l="0" t="0" r="r" b="b"/>
            <a:pathLst>
              <a:path w="36" h="44">
                <a:moveTo>
                  <a:pt x="24" y="24"/>
                </a:moveTo>
                <a:lnTo>
                  <a:pt x="12" y="24"/>
                </a:lnTo>
                <a:lnTo>
                  <a:pt x="12" y="0"/>
                </a:lnTo>
                <a:lnTo>
                  <a:pt x="12" y="0"/>
                </a:lnTo>
                <a:lnTo>
                  <a:pt x="0" y="0"/>
                </a:lnTo>
                <a:lnTo>
                  <a:pt x="0" y="44"/>
                </a:lnTo>
                <a:lnTo>
                  <a:pt x="36" y="44"/>
                </a:lnTo>
                <a:lnTo>
                  <a:pt x="36" y="0"/>
                </a:lnTo>
                <a:lnTo>
                  <a:pt x="36" y="0"/>
                </a:lnTo>
                <a:lnTo>
                  <a:pt x="24" y="0"/>
                </a:lnTo>
                <a:lnTo>
                  <a:pt x="2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1" name="Freeform 1035"/>
          <p:cNvSpPr>
            <a:spLocks/>
          </p:cNvSpPr>
          <p:nvPr/>
        </p:nvSpPr>
        <p:spPr bwMode="auto">
          <a:xfrm>
            <a:off x="9681809"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2" name="Freeform 1036"/>
          <p:cNvSpPr>
            <a:spLocks/>
          </p:cNvSpPr>
          <p:nvPr/>
        </p:nvSpPr>
        <p:spPr bwMode="auto">
          <a:xfrm>
            <a:off x="9715754" y="6177184"/>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3" name="Freeform 1037"/>
          <p:cNvSpPr>
            <a:spLocks/>
          </p:cNvSpPr>
          <p:nvPr/>
        </p:nvSpPr>
        <p:spPr bwMode="auto">
          <a:xfrm>
            <a:off x="9704439" y="6177184"/>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4" name="Freeform 1038"/>
          <p:cNvSpPr>
            <a:spLocks/>
          </p:cNvSpPr>
          <p:nvPr/>
        </p:nvSpPr>
        <p:spPr bwMode="auto">
          <a:xfrm>
            <a:off x="9770442" y="6177184"/>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5" name="Freeform 1039"/>
          <p:cNvSpPr>
            <a:spLocks/>
          </p:cNvSpPr>
          <p:nvPr/>
        </p:nvSpPr>
        <p:spPr bwMode="auto">
          <a:xfrm>
            <a:off x="9791186" y="6177184"/>
            <a:ext cx="13201" cy="41488"/>
          </a:xfrm>
          <a:custGeom>
            <a:avLst/>
            <a:gdLst/>
            <a:ahLst/>
            <a:cxnLst>
              <a:cxn ang="0">
                <a:pos x="0" y="44"/>
              </a:cxn>
              <a:cxn ang="0">
                <a:pos x="0" y="44"/>
              </a:cxn>
              <a:cxn ang="0">
                <a:pos x="14" y="44"/>
              </a:cxn>
              <a:cxn ang="0">
                <a:pos x="14" y="44"/>
              </a:cxn>
              <a:cxn ang="0">
                <a:pos x="14" y="0"/>
              </a:cxn>
              <a:cxn ang="0">
                <a:pos x="14" y="0"/>
              </a:cxn>
              <a:cxn ang="0">
                <a:pos x="0" y="0"/>
              </a:cxn>
              <a:cxn ang="0">
                <a:pos x="0" y="0"/>
              </a:cxn>
              <a:cxn ang="0">
                <a:pos x="0" y="44"/>
              </a:cxn>
              <a:cxn ang="0">
                <a:pos x="0" y="44"/>
              </a:cxn>
            </a:cxnLst>
            <a:rect l="0" t="0" r="r" b="b"/>
            <a:pathLst>
              <a:path w="14" h="44">
                <a:moveTo>
                  <a:pt x="0" y="44"/>
                </a:moveTo>
                <a:lnTo>
                  <a:pt x="0" y="44"/>
                </a:lnTo>
                <a:lnTo>
                  <a:pt x="14" y="44"/>
                </a:lnTo>
                <a:lnTo>
                  <a:pt x="14" y="44"/>
                </a:lnTo>
                <a:lnTo>
                  <a:pt x="14" y="0"/>
                </a:lnTo>
                <a:lnTo>
                  <a:pt x="14"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6" name="Freeform 1040"/>
          <p:cNvSpPr>
            <a:spLocks/>
          </p:cNvSpPr>
          <p:nvPr/>
        </p:nvSpPr>
        <p:spPr bwMode="auto">
          <a:xfrm>
            <a:off x="9813816"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7" name="Freeform 1041"/>
          <p:cNvSpPr>
            <a:spLocks/>
          </p:cNvSpPr>
          <p:nvPr/>
        </p:nvSpPr>
        <p:spPr bwMode="auto">
          <a:xfrm>
            <a:off x="9836446" y="6177184"/>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8" name="Freeform 1042"/>
          <p:cNvSpPr>
            <a:spLocks/>
          </p:cNvSpPr>
          <p:nvPr/>
        </p:nvSpPr>
        <p:spPr bwMode="auto">
          <a:xfrm>
            <a:off x="9857190" y="6177184"/>
            <a:ext cx="33945" cy="39602"/>
          </a:xfrm>
          <a:custGeom>
            <a:avLst/>
            <a:gdLst/>
            <a:ahLst/>
            <a:cxnLst>
              <a:cxn ang="0">
                <a:pos x="0" y="42"/>
              </a:cxn>
              <a:cxn ang="0">
                <a:pos x="0" y="42"/>
              </a:cxn>
              <a:cxn ang="0">
                <a:pos x="14" y="42"/>
              </a:cxn>
              <a:cxn ang="0">
                <a:pos x="14" y="24"/>
              </a:cxn>
              <a:cxn ang="0">
                <a:pos x="24" y="24"/>
              </a:cxn>
              <a:cxn ang="0">
                <a:pos x="24" y="42"/>
              </a:cxn>
              <a:cxn ang="0">
                <a:pos x="36" y="42"/>
              </a:cxn>
              <a:cxn ang="0">
                <a:pos x="36" y="0"/>
              </a:cxn>
              <a:cxn ang="0">
                <a:pos x="36" y="0"/>
              </a:cxn>
              <a:cxn ang="0">
                <a:pos x="0" y="0"/>
              </a:cxn>
              <a:cxn ang="0">
                <a:pos x="0" y="42"/>
              </a:cxn>
            </a:cxnLst>
            <a:rect l="0" t="0" r="r" b="b"/>
            <a:pathLst>
              <a:path w="36" h="42">
                <a:moveTo>
                  <a:pt x="0" y="42"/>
                </a:moveTo>
                <a:lnTo>
                  <a:pt x="0" y="42"/>
                </a:lnTo>
                <a:lnTo>
                  <a:pt x="14" y="42"/>
                </a:lnTo>
                <a:lnTo>
                  <a:pt x="14" y="24"/>
                </a:lnTo>
                <a:lnTo>
                  <a:pt x="24" y="24"/>
                </a:lnTo>
                <a:lnTo>
                  <a:pt x="24" y="42"/>
                </a:lnTo>
                <a:lnTo>
                  <a:pt x="36" y="42"/>
                </a:lnTo>
                <a:lnTo>
                  <a:pt x="36" y="0"/>
                </a:lnTo>
                <a:lnTo>
                  <a:pt x="36" y="0"/>
                </a:lnTo>
                <a:lnTo>
                  <a:pt x="0" y="0"/>
                </a:lnTo>
                <a:lnTo>
                  <a:pt x="0"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89" name="Freeform 1043"/>
          <p:cNvSpPr>
            <a:spLocks/>
          </p:cNvSpPr>
          <p:nvPr/>
        </p:nvSpPr>
        <p:spPr bwMode="auto">
          <a:xfrm>
            <a:off x="9689352" y="4845797"/>
            <a:ext cx="30173" cy="28287"/>
          </a:xfrm>
          <a:custGeom>
            <a:avLst/>
            <a:gdLst/>
            <a:ahLst/>
            <a:cxnLst>
              <a:cxn ang="0">
                <a:pos x="22" y="24"/>
              </a:cxn>
              <a:cxn ang="0">
                <a:pos x="16" y="24"/>
              </a:cxn>
              <a:cxn ang="0">
                <a:pos x="10" y="24"/>
              </a:cxn>
              <a:cxn ang="0">
                <a:pos x="0" y="20"/>
              </a:cxn>
              <a:cxn ang="0">
                <a:pos x="2" y="24"/>
              </a:cxn>
              <a:cxn ang="0">
                <a:pos x="4" y="28"/>
              </a:cxn>
              <a:cxn ang="0">
                <a:pos x="16" y="30"/>
              </a:cxn>
              <a:cxn ang="0">
                <a:pos x="24" y="28"/>
              </a:cxn>
              <a:cxn ang="0">
                <a:pos x="30" y="26"/>
              </a:cxn>
              <a:cxn ang="0">
                <a:pos x="32" y="20"/>
              </a:cxn>
              <a:cxn ang="0">
                <a:pos x="30" y="16"/>
              </a:cxn>
              <a:cxn ang="0">
                <a:pos x="26" y="12"/>
              </a:cxn>
              <a:cxn ang="0">
                <a:pos x="18" y="10"/>
              </a:cxn>
              <a:cxn ang="0">
                <a:pos x="10" y="8"/>
              </a:cxn>
              <a:cxn ang="0">
                <a:pos x="8" y="8"/>
              </a:cxn>
              <a:cxn ang="0">
                <a:pos x="10" y="6"/>
              </a:cxn>
              <a:cxn ang="0">
                <a:pos x="16" y="4"/>
              </a:cxn>
              <a:cxn ang="0">
                <a:pos x="20" y="6"/>
              </a:cxn>
              <a:cxn ang="0">
                <a:pos x="22" y="8"/>
              </a:cxn>
              <a:cxn ang="0">
                <a:pos x="32" y="8"/>
              </a:cxn>
              <a:cxn ang="0">
                <a:pos x="28" y="2"/>
              </a:cxn>
              <a:cxn ang="0">
                <a:pos x="22" y="0"/>
              </a:cxn>
              <a:cxn ang="0">
                <a:pos x="16" y="0"/>
              </a:cxn>
              <a:cxn ang="0">
                <a:pos x="8" y="0"/>
              </a:cxn>
              <a:cxn ang="0">
                <a:pos x="2" y="4"/>
              </a:cxn>
              <a:cxn ang="0">
                <a:pos x="2" y="8"/>
              </a:cxn>
              <a:cxn ang="0">
                <a:pos x="4" y="14"/>
              </a:cxn>
              <a:cxn ang="0">
                <a:pos x="14" y="16"/>
              </a:cxn>
              <a:cxn ang="0">
                <a:pos x="20" y="18"/>
              </a:cxn>
              <a:cxn ang="0">
                <a:pos x="24" y="18"/>
              </a:cxn>
              <a:cxn ang="0">
                <a:pos x="24" y="20"/>
              </a:cxn>
              <a:cxn ang="0">
                <a:pos x="22" y="24"/>
              </a:cxn>
            </a:cxnLst>
            <a:rect l="0" t="0" r="r" b="b"/>
            <a:pathLst>
              <a:path w="32" h="30">
                <a:moveTo>
                  <a:pt x="22" y="24"/>
                </a:moveTo>
                <a:lnTo>
                  <a:pt x="22" y="24"/>
                </a:lnTo>
                <a:lnTo>
                  <a:pt x="16" y="24"/>
                </a:lnTo>
                <a:lnTo>
                  <a:pt x="16" y="24"/>
                </a:lnTo>
                <a:lnTo>
                  <a:pt x="10" y="24"/>
                </a:lnTo>
                <a:lnTo>
                  <a:pt x="10" y="24"/>
                </a:lnTo>
                <a:lnTo>
                  <a:pt x="8" y="20"/>
                </a:lnTo>
                <a:lnTo>
                  <a:pt x="0" y="20"/>
                </a:lnTo>
                <a:lnTo>
                  <a:pt x="0" y="20"/>
                </a:lnTo>
                <a:lnTo>
                  <a:pt x="2" y="24"/>
                </a:lnTo>
                <a:lnTo>
                  <a:pt x="4" y="28"/>
                </a:lnTo>
                <a:lnTo>
                  <a:pt x="4" y="28"/>
                </a:lnTo>
                <a:lnTo>
                  <a:pt x="10" y="30"/>
                </a:lnTo>
                <a:lnTo>
                  <a:pt x="16" y="30"/>
                </a:lnTo>
                <a:lnTo>
                  <a:pt x="16" y="30"/>
                </a:lnTo>
                <a:lnTo>
                  <a:pt x="24" y="28"/>
                </a:lnTo>
                <a:lnTo>
                  <a:pt x="24" y="28"/>
                </a:lnTo>
                <a:lnTo>
                  <a:pt x="30" y="26"/>
                </a:lnTo>
                <a:lnTo>
                  <a:pt x="30" y="26"/>
                </a:lnTo>
                <a:lnTo>
                  <a:pt x="32" y="20"/>
                </a:lnTo>
                <a:lnTo>
                  <a:pt x="32" y="20"/>
                </a:lnTo>
                <a:lnTo>
                  <a:pt x="30" y="16"/>
                </a:lnTo>
                <a:lnTo>
                  <a:pt x="30" y="16"/>
                </a:lnTo>
                <a:lnTo>
                  <a:pt x="26" y="12"/>
                </a:lnTo>
                <a:lnTo>
                  <a:pt x="26" y="12"/>
                </a:lnTo>
                <a:lnTo>
                  <a:pt x="18" y="10"/>
                </a:lnTo>
                <a:lnTo>
                  <a:pt x="18" y="10"/>
                </a:lnTo>
                <a:lnTo>
                  <a:pt x="10" y="8"/>
                </a:lnTo>
                <a:lnTo>
                  <a:pt x="10" y="8"/>
                </a:lnTo>
                <a:lnTo>
                  <a:pt x="8" y="8"/>
                </a:lnTo>
                <a:lnTo>
                  <a:pt x="8" y="8"/>
                </a:lnTo>
                <a:lnTo>
                  <a:pt x="10" y="6"/>
                </a:lnTo>
                <a:lnTo>
                  <a:pt x="10" y="6"/>
                </a:lnTo>
                <a:lnTo>
                  <a:pt x="16" y="4"/>
                </a:lnTo>
                <a:lnTo>
                  <a:pt x="16" y="4"/>
                </a:lnTo>
                <a:lnTo>
                  <a:pt x="20" y="6"/>
                </a:lnTo>
                <a:lnTo>
                  <a:pt x="20" y="6"/>
                </a:lnTo>
                <a:lnTo>
                  <a:pt x="22" y="8"/>
                </a:lnTo>
                <a:lnTo>
                  <a:pt x="32" y="8"/>
                </a:lnTo>
                <a:lnTo>
                  <a:pt x="32" y="8"/>
                </a:lnTo>
                <a:lnTo>
                  <a:pt x="30" y="4"/>
                </a:lnTo>
                <a:lnTo>
                  <a:pt x="28" y="2"/>
                </a:lnTo>
                <a:lnTo>
                  <a:pt x="28" y="2"/>
                </a:lnTo>
                <a:lnTo>
                  <a:pt x="22" y="0"/>
                </a:lnTo>
                <a:lnTo>
                  <a:pt x="16" y="0"/>
                </a:lnTo>
                <a:lnTo>
                  <a:pt x="16" y="0"/>
                </a:lnTo>
                <a:lnTo>
                  <a:pt x="8" y="0"/>
                </a:lnTo>
                <a:lnTo>
                  <a:pt x="8" y="0"/>
                </a:lnTo>
                <a:lnTo>
                  <a:pt x="2" y="4"/>
                </a:lnTo>
                <a:lnTo>
                  <a:pt x="2" y="4"/>
                </a:lnTo>
                <a:lnTo>
                  <a:pt x="2" y="8"/>
                </a:lnTo>
                <a:lnTo>
                  <a:pt x="2" y="8"/>
                </a:lnTo>
                <a:lnTo>
                  <a:pt x="2" y="10"/>
                </a:lnTo>
                <a:lnTo>
                  <a:pt x="4" y="14"/>
                </a:lnTo>
                <a:lnTo>
                  <a:pt x="4" y="14"/>
                </a:lnTo>
                <a:lnTo>
                  <a:pt x="14" y="16"/>
                </a:lnTo>
                <a:lnTo>
                  <a:pt x="14" y="16"/>
                </a:lnTo>
                <a:lnTo>
                  <a:pt x="20" y="18"/>
                </a:lnTo>
                <a:lnTo>
                  <a:pt x="20" y="18"/>
                </a:lnTo>
                <a:lnTo>
                  <a:pt x="24" y="18"/>
                </a:lnTo>
                <a:lnTo>
                  <a:pt x="24" y="18"/>
                </a:lnTo>
                <a:lnTo>
                  <a:pt x="24" y="20"/>
                </a:lnTo>
                <a:lnTo>
                  <a:pt x="24" y="20"/>
                </a:lnTo>
                <a:lnTo>
                  <a:pt x="22" y="24"/>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0" name="Freeform 1044"/>
          <p:cNvSpPr>
            <a:spLocks/>
          </p:cNvSpPr>
          <p:nvPr/>
        </p:nvSpPr>
        <p:spPr bwMode="auto">
          <a:xfrm>
            <a:off x="9368764" y="4845797"/>
            <a:ext cx="9429" cy="18858"/>
          </a:xfrm>
          <a:custGeom>
            <a:avLst/>
            <a:gdLst/>
            <a:ahLst/>
            <a:cxnLst>
              <a:cxn ang="0">
                <a:pos x="2" y="20"/>
              </a:cxn>
              <a:cxn ang="0">
                <a:pos x="2" y="20"/>
              </a:cxn>
              <a:cxn ang="0">
                <a:pos x="4" y="20"/>
              </a:cxn>
              <a:cxn ang="0">
                <a:pos x="4" y="20"/>
              </a:cxn>
              <a:cxn ang="0">
                <a:pos x="8" y="20"/>
              </a:cxn>
              <a:cxn ang="0">
                <a:pos x="8" y="20"/>
              </a:cxn>
              <a:cxn ang="0">
                <a:pos x="10" y="18"/>
              </a:cxn>
              <a:cxn ang="0">
                <a:pos x="10" y="18"/>
              </a:cxn>
              <a:cxn ang="0">
                <a:pos x="10" y="10"/>
              </a:cxn>
              <a:cxn ang="0">
                <a:pos x="10" y="10"/>
              </a:cxn>
              <a:cxn ang="0">
                <a:pos x="10" y="2"/>
              </a:cxn>
              <a:cxn ang="0">
                <a:pos x="10"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10" y="18"/>
                </a:lnTo>
                <a:lnTo>
                  <a:pt x="10" y="18"/>
                </a:lnTo>
                <a:lnTo>
                  <a:pt x="10" y="10"/>
                </a:lnTo>
                <a:lnTo>
                  <a:pt x="10" y="10"/>
                </a:lnTo>
                <a:lnTo>
                  <a:pt x="10" y="2"/>
                </a:lnTo>
                <a:lnTo>
                  <a:pt x="10"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91" name="Freeform 1045"/>
          <p:cNvSpPr>
            <a:spLocks/>
          </p:cNvSpPr>
          <p:nvPr/>
        </p:nvSpPr>
        <p:spPr bwMode="auto">
          <a:xfrm>
            <a:off x="9645979" y="4849569"/>
            <a:ext cx="9429" cy="18858"/>
          </a:xfrm>
          <a:custGeom>
            <a:avLst/>
            <a:gdLst/>
            <a:ahLst/>
            <a:cxnLst>
              <a:cxn ang="0">
                <a:pos x="4" y="20"/>
              </a:cxn>
              <a:cxn ang="0">
                <a:pos x="4" y="20"/>
              </a:cxn>
              <a:cxn ang="0">
                <a:pos x="6" y="20"/>
              </a:cxn>
              <a:cxn ang="0">
                <a:pos x="6" y="20"/>
              </a:cxn>
              <a:cxn ang="0">
                <a:pos x="8" y="20"/>
              </a:cxn>
              <a:cxn ang="0">
                <a:pos x="8" y="20"/>
              </a:cxn>
              <a:cxn ang="0">
                <a:pos x="10" y="16"/>
              </a:cxn>
              <a:cxn ang="0">
                <a:pos x="10" y="16"/>
              </a:cxn>
              <a:cxn ang="0">
                <a:pos x="10" y="10"/>
              </a:cxn>
              <a:cxn ang="0">
                <a:pos x="10" y="10"/>
              </a:cxn>
              <a:cxn ang="0">
                <a:pos x="10" y="2"/>
              </a:cxn>
              <a:cxn ang="0">
                <a:pos x="10" y="2"/>
              </a:cxn>
              <a:cxn ang="0">
                <a:pos x="8" y="0"/>
              </a:cxn>
              <a:cxn ang="0">
                <a:pos x="8" y="0"/>
              </a:cxn>
              <a:cxn ang="0">
                <a:pos x="6" y="0"/>
              </a:cxn>
              <a:cxn ang="0">
                <a:pos x="6" y="0"/>
              </a:cxn>
              <a:cxn ang="0">
                <a:pos x="4" y="0"/>
              </a:cxn>
              <a:cxn ang="0">
                <a:pos x="4" y="0"/>
              </a:cxn>
              <a:cxn ang="0">
                <a:pos x="2" y="2"/>
              </a:cxn>
              <a:cxn ang="0">
                <a:pos x="2" y="2"/>
              </a:cxn>
              <a:cxn ang="0">
                <a:pos x="0" y="10"/>
              </a:cxn>
              <a:cxn ang="0">
                <a:pos x="0" y="10"/>
              </a:cxn>
              <a:cxn ang="0">
                <a:pos x="2" y="16"/>
              </a:cxn>
              <a:cxn ang="0">
                <a:pos x="2" y="16"/>
              </a:cxn>
              <a:cxn ang="0">
                <a:pos x="4" y="20"/>
              </a:cxn>
              <a:cxn ang="0">
                <a:pos x="4" y="20"/>
              </a:cxn>
            </a:cxnLst>
            <a:rect l="0" t="0" r="r" b="b"/>
            <a:pathLst>
              <a:path w="10" h="20">
                <a:moveTo>
                  <a:pt x="4" y="20"/>
                </a:moveTo>
                <a:lnTo>
                  <a:pt x="4" y="20"/>
                </a:lnTo>
                <a:lnTo>
                  <a:pt x="6" y="20"/>
                </a:lnTo>
                <a:lnTo>
                  <a:pt x="6" y="20"/>
                </a:lnTo>
                <a:lnTo>
                  <a:pt x="8" y="20"/>
                </a:lnTo>
                <a:lnTo>
                  <a:pt x="8" y="20"/>
                </a:lnTo>
                <a:lnTo>
                  <a:pt x="10" y="16"/>
                </a:lnTo>
                <a:lnTo>
                  <a:pt x="10" y="16"/>
                </a:lnTo>
                <a:lnTo>
                  <a:pt x="10" y="10"/>
                </a:lnTo>
                <a:lnTo>
                  <a:pt x="10" y="10"/>
                </a:lnTo>
                <a:lnTo>
                  <a:pt x="10" y="2"/>
                </a:lnTo>
                <a:lnTo>
                  <a:pt x="10" y="2"/>
                </a:lnTo>
                <a:lnTo>
                  <a:pt x="8" y="0"/>
                </a:lnTo>
                <a:lnTo>
                  <a:pt x="8" y="0"/>
                </a:lnTo>
                <a:lnTo>
                  <a:pt x="6" y="0"/>
                </a:lnTo>
                <a:lnTo>
                  <a:pt x="6" y="0"/>
                </a:lnTo>
                <a:lnTo>
                  <a:pt x="4" y="0"/>
                </a:lnTo>
                <a:lnTo>
                  <a:pt x="4" y="0"/>
                </a:lnTo>
                <a:lnTo>
                  <a:pt x="2" y="2"/>
                </a:lnTo>
                <a:lnTo>
                  <a:pt x="2" y="2"/>
                </a:lnTo>
                <a:lnTo>
                  <a:pt x="0" y="10"/>
                </a:lnTo>
                <a:lnTo>
                  <a:pt x="0" y="10"/>
                </a:lnTo>
                <a:lnTo>
                  <a:pt x="2" y="16"/>
                </a:lnTo>
                <a:lnTo>
                  <a:pt x="2" y="16"/>
                </a:lnTo>
                <a:lnTo>
                  <a:pt x="4" y="20"/>
                </a:lnTo>
                <a:lnTo>
                  <a:pt x="4"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92" name="Freeform 1046"/>
          <p:cNvSpPr>
            <a:spLocks/>
          </p:cNvSpPr>
          <p:nvPr/>
        </p:nvSpPr>
        <p:spPr bwMode="auto">
          <a:xfrm>
            <a:off x="9617691" y="4849569"/>
            <a:ext cx="9429" cy="18858"/>
          </a:xfrm>
          <a:custGeom>
            <a:avLst/>
            <a:gdLst/>
            <a:ahLst/>
            <a:cxnLst>
              <a:cxn ang="0">
                <a:pos x="2" y="20"/>
              </a:cxn>
              <a:cxn ang="0">
                <a:pos x="2" y="20"/>
              </a:cxn>
              <a:cxn ang="0">
                <a:pos x="4" y="20"/>
              </a:cxn>
              <a:cxn ang="0">
                <a:pos x="4" y="20"/>
              </a:cxn>
              <a:cxn ang="0">
                <a:pos x="8" y="20"/>
              </a:cxn>
              <a:cxn ang="0">
                <a:pos x="8" y="20"/>
              </a:cxn>
              <a:cxn ang="0">
                <a:pos x="8" y="16"/>
              </a:cxn>
              <a:cxn ang="0">
                <a:pos x="8" y="16"/>
              </a:cxn>
              <a:cxn ang="0">
                <a:pos x="10" y="10"/>
              </a:cxn>
              <a:cxn ang="0">
                <a:pos x="10" y="10"/>
              </a:cxn>
              <a:cxn ang="0">
                <a:pos x="8" y="2"/>
              </a:cxn>
              <a:cxn ang="0">
                <a:pos x="8" y="2"/>
              </a:cxn>
              <a:cxn ang="0">
                <a:pos x="8" y="0"/>
              </a:cxn>
              <a:cxn ang="0">
                <a:pos x="8" y="0"/>
              </a:cxn>
              <a:cxn ang="0">
                <a:pos x="4" y="0"/>
              </a:cxn>
              <a:cxn ang="0">
                <a:pos x="4" y="0"/>
              </a:cxn>
              <a:cxn ang="0">
                <a:pos x="2" y="0"/>
              </a:cxn>
              <a:cxn ang="0">
                <a:pos x="2" y="0"/>
              </a:cxn>
              <a:cxn ang="0">
                <a:pos x="0" y="2"/>
              </a:cxn>
              <a:cxn ang="0">
                <a:pos x="0" y="2"/>
              </a:cxn>
              <a:cxn ang="0">
                <a:pos x="0" y="10"/>
              </a:cxn>
              <a:cxn ang="0">
                <a:pos x="0" y="10"/>
              </a:cxn>
              <a:cxn ang="0">
                <a:pos x="0" y="16"/>
              </a:cxn>
              <a:cxn ang="0">
                <a:pos x="0" y="16"/>
              </a:cxn>
              <a:cxn ang="0">
                <a:pos x="2" y="20"/>
              </a:cxn>
              <a:cxn ang="0">
                <a:pos x="2" y="20"/>
              </a:cxn>
            </a:cxnLst>
            <a:rect l="0" t="0" r="r" b="b"/>
            <a:pathLst>
              <a:path w="10" h="20">
                <a:moveTo>
                  <a:pt x="2" y="20"/>
                </a:moveTo>
                <a:lnTo>
                  <a:pt x="2" y="20"/>
                </a:lnTo>
                <a:lnTo>
                  <a:pt x="4" y="20"/>
                </a:lnTo>
                <a:lnTo>
                  <a:pt x="4" y="20"/>
                </a:lnTo>
                <a:lnTo>
                  <a:pt x="8" y="20"/>
                </a:lnTo>
                <a:lnTo>
                  <a:pt x="8" y="20"/>
                </a:lnTo>
                <a:lnTo>
                  <a:pt x="8" y="16"/>
                </a:lnTo>
                <a:lnTo>
                  <a:pt x="8" y="16"/>
                </a:lnTo>
                <a:lnTo>
                  <a:pt x="10" y="10"/>
                </a:lnTo>
                <a:lnTo>
                  <a:pt x="10" y="10"/>
                </a:lnTo>
                <a:lnTo>
                  <a:pt x="8" y="2"/>
                </a:lnTo>
                <a:lnTo>
                  <a:pt x="8" y="2"/>
                </a:lnTo>
                <a:lnTo>
                  <a:pt x="8" y="0"/>
                </a:lnTo>
                <a:lnTo>
                  <a:pt x="8" y="0"/>
                </a:lnTo>
                <a:lnTo>
                  <a:pt x="4" y="0"/>
                </a:lnTo>
                <a:lnTo>
                  <a:pt x="4" y="0"/>
                </a:lnTo>
                <a:lnTo>
                  <a:pt x="2" y="0"/>
                </a:lnTo>
                <a:lnTo>
                  <a:pt x="2" y="0"/>
                </a:lnTo>
                <a:lnTo>
                  <a:pt x="0" y="2"/>
                </a:lnTo>
                <a:lnTo>
                  <a:pt x="0" y="2"/>
                </a:lnTo>
                <a:lnTo>
                  <a:pt x="0" y="10"/>
                </a:lnTo>
                <a:lnTo>
                  <a:pt x="0" y="10"/>
                </a:lnTo>
                <a:lnTo>
                  <a:pt x="0" y="16"/>
                </a:lnTo>
                <a:lnTo>
                  <a:pt x="0" y="16"/>
                </a:lnTo>
                <a:lnTo>
                  <a:pt x="2" y="20"/>
                </a:lnTo>
                <a:lnTo>
                  <a:pt x="2" y="20"/>
                </a:lnTo>
                <a:close/>
              </a:path>
            </a:pathLst>
          </a:custGeom>
          <a:solidFill>
            <a:srgbClr val="212125"/>
          </a:solidFill>
          <a:ln w="9525">
            <a:noFill/>
            <a:round/>
            <a:headEnd/>
            <a:tailEnd/>
          </a:ln>
        </p:spPr>
        <p:txBody>
          <a:bodyPr/>
          <a:lstStyle/>
          <a:p>
            <a:pPr>
              <a:defRPr/>
            </a:pPr>
            <a:endParaRPr lang="da-DK">
              <a:ea typeface="ＭＳ Ｐゴシック" pitchFamily="-97" charset="-128"/>
            </a:endParaRPr>
          </a:p>
        </p:txBody>
      </p:sp>
      <p:sp>
        <p:nvSpPr>
          <p:cNvPr id="393" name="Freeform 1047"/>
          <p:cNvSpPr>
            <a:spLocks/>
          </p:cNvSpPr>
          <p:nvPr/>
        </p:nvSpPr>
        <p:spPr bwMode="auto">
          <a:xfrm>
            <a:off x="9176410" y="4842026"/>
            <a:ext cx="24516" cy="41488"/>
          </a:xfrm>
          <a:custGeom>
            <a:avLst/>
            <a:gdLst/>
            <a:ahLst/>
            <a:cxnLst>
              <a:cxn ang="0">
                <a:pos x="6" y="42"/>
              </a:cxn>
              <a:cxn ang="0">
                <a:pos x="14" y="44"/>
              </a:cxn>
              <a:cxn ang="0">
                <a:pos x="20" y="42"/>
              </a:cxn>
              <a:cxn ang="0">
                <a:pos x="24" y="38"/>
              </a:cxn>
              <a:cxn ang="0">
                <a:pos x="26" y="30"/>
              </a:cxn>
              <a:cxn ang="0">
                <a:pos x="24" y="22"/>
              </a:cxn>
              <a:cxn ang="0">
                <a:pos x="20" y="20"/>
              </a:cxn>
              <a:cxn ang="0">
                <a:pos x="24" y="16"/>
              </a:cxn>
              <a:cxn ang="0">
                <a:pos x="24" y="12"/>
              </a:cxn>
              <a:cxn ang="0">
                <a:pos x="22" y="4"/>
              </a:cxn>
              <a:cxn ang="0">
                <a:pos x="18" y="2"/>
              </a:cxn>
              <a:cxn ang="0">
                <a:pos x="12" y="0"/>
              </a:cxn>
              <a:cxn ang="0">
                <a:pos x="4" y="2"/>
              </a:cxn>
              <a:cxn ang="0">
                <a:pos x="2" y="6"/>
              </a:cxn>
              <a:cxn ang="0">
                <a:pos x="0" y="14"/>
              </a:cxn>
              <a:cxn ang="0">
                <a:pos x="12" y="10"/>
              </a:cxn>
              <a:cxn ang="0">
                <a:pos x="12" y="8"/>
              </a:cxn>
              <a:cxn ang="0">
                <a:pos x="14" y="6"/>
              </a:cxn>
              <a:cxn ang="0">
                <a:pos x="14" y="8"/>
              </a:cxn>
              <a:cxn ang="0">
                <a:pos x="16" y="10"/>
              </a:cxn>
              <a:cxn ang="0">
                <a:pos x="16" y="12"/>
              </a:cxn>
              <a:cxn ang="0">
                <a:pos x="14" y="16"/>
              </a:cxn>
              <a:cxn ang="0">
                <a:pos x="14" y="16"/>
              </a:cxn>
              <a:cxn ang="0">
                <a:pos x="8" y="24"/>
              </a:cxn>
              <a:cxn ang="0">
                <a:pos x="12" y="24"/>
              </a:cxn>
              <a:cxn ang="0">
                <a:pos x="14" y="24"/>
              </a:cxn>
              <a:cxn ang="0">
                <a:pos x="16" y="28"/>
              </a:cxn>
              <a:cxn ang="0">
                <a:pos x="16" y="32"/>
              </a:cxn>
              <a:cxn ang="0">
                <a:pos x="14" y="36"/>
              </a:cxn>
              <a:cxn ang="0">
                <a:pos x="14" y="38"/>
              </a:cxn>
              <a:cxn ang="0">
                <a:pos x="12" y="36"/>
              </a:cxn>
              <a:cxn ang="0">
                <a:pos x="12" y="26"/>
              </a:cxn>
              <a:cxn ang="0">
                <a:pos x="0" y="30"/>
              </a:cxn>
              <a:cxn ang="0">
                <a:pos x="2" y="38"/>
              </a:cxn>
              <a:cxn ang="0">
                <a:pos x="6" y="42"/>
              </a:cxn>
            </a:cxnLst>
            <a:rect l="0" t="0" r="r" b="b"/>
            <a:pathLst>
              <a:path w="26" h="44">
                <a:moveTo>
                  <a:pt x="6" y="42"/>
                </a:moveTo>
                <a:lnTo>
                  <a:pt x="6" y="42"/>
                </a:lnTo>
                <a:lnTo>
                  <a:pt x="14" y="44"/>
                </a:lnTo>
                <a:lnTo>
                  <a:pt x="14" y="44"/>
                </a:lnTo>
                <a:lnTo>
                  <a:pt x="20" y="42"/>
                </a:lnTo>
                <a:lnTo>
                  <a:pt x="20" y="42"/>
                </a:lnTo>
                <a:lnTo>
                  <a:pt x="24" y="38"/>
                </a:lnTo>
                <a:lnTo>
                  <a:pt x="24" y="38"/>
                </a:lnTo>
                <a:lnTo>
                  <a:pt x="26" y="30"/>
                </a:lnTo>
                <a:lnTo>
                  <a:pt x="26" y="30"/>
                </a:lnTo>
                <a:lnTo>
                  <a:pt x="24" y="22"/>
                </a:lnTo>
                <a:lnTo>
                  <a:pt x="24" y="22"/>
                </a:lnTo>
                <a:lnTo>
                  <a:pt x="20" y="20"/>
                </a:lnTo>
                <a:lnTo>
                  <a:pt x="20" y="20"/>
                </a:lnTo>
                <a:lnTo>
                  <a:pt x="24" y="16"/>
                </a:lnTo>
                <a:lnTo>
                  <a:pt x="24" y="16"/>
                </a:lnTo>
                <a:lnTo>
                  <a:pt x="24" y="12"/>
                </a:lnTo>
                <a:lnTo>
                  <a:pt x="24" y="12"/>
                </a:lnTo>
                <a:lnTo>
                  <a:pt x="24" y="6"/>
                </a:lnTo>
                <a:lnTo>
                  <a:pt x="22" y="4"/>
                </a:lnTo>
                <a:lnTo>
                  <a:pt x="22" y="4"/>
                </a:lnTo>
                <a:lnTo>
                  <a:pt x="18" y="2"/>
                </a:lnTo>
                <a:lnTo>
                  <a:pt x="12" y="0"/>
                </a:lnTo>
                <a:lnTo>
                  <a:pt x="12" y="0"/>
                </a:lnTo>
                <a:lnTo>
                  <a:pt x="8" y="0"/>
                </a:lnTo>
                <a:lnTo>
                  <a:pt x="4" y="2"/>
                </a:lnTo>
                <a:lnTo>
                  <a:pt x="4" y="2"/>
                </a:lnTo>
                <a:lnTo>
                  <a:pt x="2" y="6"/>
                </a:lnTo>
                <a:lnTo>
                  <a:pt x="0" y="10"/>
                </a:lnTo>
                <a:lnTo>
                  <a:pt x="0" y="14"/>
                </a:lnTo>
                <a:lnTo>
                  <a:pt x="12" y="14"/>
                </a:lnTo>
                <a:lnTo>
                  <a:pt x="12" y="10"/>
                </a:lnTo>
                <a:lnTo>
                  <a:pt x="12" y="10"/>
                </a:lnTo>
                <a:lnTo>
                  <a:pt x="12" y="8"/>
                </a:lnTo>
                <a:lnTo>
                  <a:pt x="12" y="8"/>
                </a:lnTo>
                <a:lnTo>
                  <a:pt x="14" y="6"/>
                </a:lnTo>
                <a:lnTo>
                  <a:pt x="14" y="6"/>
                </a:lnTo>
                <a:lnTo>
                  <a:pt x="14" y="8"/>
                </a:lnTo>
                <a:lnTo>
                  <a:pt x="14" y="8"/>
                </a:lnTo>
                <a:lnTo>
                  <a:pt x="16" y="10"/>
                </a:lnTo>
                <a:lnTo>
                  <a:pt x="16" y="12"/>
                </a:lnTo>
                <a:lnTo>
                  <a:pt x="16" y="12"/>
                </a:lnTo>
                <a:lnTo>
                  <a:pt x="14" y="16"/>
                </a:lnTo>
                <a:lnTo>
                  <a:pt x="14" y="16"/>
                </a:lnTo>
                <a:lnTo>
                  <a:pt x="14" y="16"/>
                </a:lnTo>
                <a:lnTo>
                  <a:pt x="14" y="16"/>
                </a:lnTo>
                <a:lnTo>
                  <a:pt x="8" y="18"/>
                </a:lnTo>
                <a:lnTo>
                  <a:pt x="8" y="24"/>
                </a:lnTo>
                <a:lnTo>
                  <a:pt x="8" y="24"/>
                </a:lnTo>
                <a:lnTo>
                  <a:pt x="12" y="24"/>
                </a:lnTo>
                <a:lnTo>
                  <a:pt x="12" y="24"/>
                </a:lnTo>
                <a:lnTo>
                  <a:pt x="14" y="24"/>
                </a:lnTo>
                <a:lnTo>
                  <a:pt x="14" y="24"/>
                </a:lnTo>
                <a:lnTo>
                  <a:pt x="16" y="28"/>
                </a:lnTo>
                <a:lnTo>
                  <a:pt x="16" y="32"/>
                </a:lnTo>
                <a:lnTo>
                  <a:pt x="16" y="32"/>
                </a:lnTo>
                <a:lnTo>
                  <a:pt x="14" y="36"/>
                </a:lnTo>
                <a:lnTo>
                  <a:pt x="14" y="36"/>
                </a:lnTo>
                <a:lnTo>
                  <a:pt x="14" y="38"/>
                </a:lnTo>
                <a:lnTo>
                  <a:pt x="14" y="38"/>
                </a:lnTo>
                <a:lnTo>
                  <a:pt x="12" y="36"/>
                </a:lnTo>
                <a:lnTo>
                  <a:pt x="12" y="36"/>
                </a:lnTo>
                <a:lnTo>
                  <a:pt x="12" y="32"/>
                </a:lnTo>
                <a:lnTo>
                  <a:pt x="12" y="26"/>
                </a:lnTo>
                <a:lnTo>
                  <a:pt x="0" y="26"/>
                </a:lnTo>
                <a:lnTo>
                  <a:pt x="0" y="30"/>
                </a:lnTo>
                <a:lnTo>
                  <a:pt x="0" y="30"/>
                </a:lnTo>
                <a:lnTo>
                  <a:pt x="2" y="38"/>
                </a:lnTo>
                <a:lnTo>
                  <a:pt x="2" y="38"/>
                </a:lnTo>
                <a:lnTo>
                  <a:pt x="6" y="42"/>
                </a:lnTo>
                <a:lnTo>
                  <a:pt x="6" y="42"/>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4" name="Freeform 1048"/>
          <p:cNvSpPr>
            <a:spLocks/>
          </p:cNvSpPr>
          <p:nvPr/>
        </p:nvSpPr>
        <p:spPr bwMode="auto">
          <a:xfrm>
            <a:off x="9581861" y="4843912"/>
            <a:ext cx="16972" cy="28287"/>
          </a:xfrm>
          <a:custGeom>
            <a:avLst/>
            <a:gdLst/>
            <a:ahLst/>
            <a:cxnLst>
              <a:cxn ang="0">
                <a:pos x="10" y="30"/>
              </a:cxn>
              <a:cxn ang="0">
                <a:pos x="18" y="30"/>
              </a:cxn>
              <a:cxn ang="0">
                <a:pos x="18" y="0"/>
              </a:cxn>
              <a:cxn ang="0">
                <a:pos x="12" y="0"/>
              </a:cxn>
              <a:cxn ang="0">
                <a:pos x="12" y="0"/>
              </a:cxn>
              <a:cxn ang="0">
                <a:pos x="8" y="6"/>
              </a:cxn>
              <a:cxn ang="0">
                <a:pos x="8" y="6"/>
              </a:cxn>
              <a:cxn ang="0">
                <a:pos x="0" y="8"/>
              </a:cxn>
              <a:cxn ang="0">
                <a:pos x="0" y="14"/>
              </a:cxn>
              <a:cxn ang="0">
                <a:pos x="0" y="14"/>
              </a:cxn>
              <a:cxn ang="0">
                <a:pos x="10" y="8"/>
              </a:cxn>
              <a:cxn ang="0">
                <a:pos x="10" y="30"/>
              </a:cxn>
            </a:cxnLst>
            <a:rect l="0" t="0" r="r" b="b"/>
            <a:pathLst>
              <a:path w="18" h="30">
                <a:moveTo>
                  <a:pt x="10" y="30"/>
                </a:moveTo>
                <a:lnTo>
                  <a:pt x="18" y="30"/>
                </a:lnTo>
                <a:lnTo>
                  <a:pt x="18" y="0"/>
                </a:lnTo>
                <a:lnTo>
                  <a:pt x="12" y="0"/>
                </a:lnTo>
                <a:lnTo>
                  <a:pt x="12" y="0"/>
                </a:lnTo>
                <a:lnTo>
                  <a:pt x="8" y="6"/>
                </a:lnTo>
                <a:lnTo>
                  <a:pt x="8" y="6"/>
                </a:lnTo>
                <a:lnTo>
                  <a:pt x="0" y="8"/>
                </a:lnTo>
                <a:lnTo>
                  <a:pt x="0" y="14"/>
                </a:lnTo>
                <a:lnTo>
                  <a:pt x="0" y="14"/>
                </a:lnTo>
                <a:lnTo>
                  <a:pt x="10" y="8"/>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5" name="Freeform 1049"/>
          <p:cNvSpPr>
            <a:spLocks noEditPoints="1"/>
          </p:cNvSpPr>
          <p:nvPr/>
        </p:nvSpPr>
        <p:spPr bwMode="auto">
          <a:xfrm>
            <a:off x="9610148" y="4843912"/>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6" y="8"/>
              </a:cxn>
              <a:cxn ang="0">
                <a:pos x="16" y="8"/>
              </a:cxn>
              <a:cxn ang="0">
                <a:pos x="18" y="16"/>
              </a:cxn>
              <a:cxn ang="0">
                <a:pos x="18" y="16"/>
              </a:cxn>
              <a:cxn ang="0">
                <a:pos x="16" y="22"/>
              </a:cxn>
              <a:cxn ang="0">
                <a:pos x="16" y="22"/>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6" y="8"/>
                </a:lnTo>
                <a:lnTo>
                  <a:pt x="16" y="8"/>
                </a:lnTo>
                <a:lnTo>
                  <a:pt x="18" y="16"/>
                </a:lnTo>
                <a:lnTo>
                  <a:pt x="18" y="16"/>
                </a:lnTo>
                <a:lnTo>
                  <a:pt x="16" y="22"/>
                </a:lnTo>
                <a:lnTo>
                  <a:pt x="16" y="22"/>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6" name="Freeform 1050"/>
          <p:cNvSpPr>
            <a:spLocks noEditPoints="1"/>
          </p:cNvSpPr>
          <p:nvPr/>
        </p:nvSpPr>
        <p:spPr bwMode="auto">
          <a:xfrm>
            <a:off x="9638435" y="4843912"/>
            <a:ext cx="24516" cy="28287"/>
          </a:xfrm>
          <a:custGeom>
            <a:avLst/>
            <a:gdLst/>
            <a:ahLst/>
            <a:cxnLst>
              <a:cxn ang="0">
                <a:pos x="14" y="30"/>
              </a:cxn>
              <a:cxn ang="0">
                <a:pos x="14" y="30"/>
              </a:cxn>
              <a:cxn ang="0">
                <a:pos x="18" y="30"/>
              </a:cxn>
              <a:cxn ang="0">
                <a:pos x="22" y="28"/>
              </a:cxn>
              <a:cxn ang="0">
                <a:pos x="22" y="28"/>
              </a:cxn>
              <a:cxn ang="0">
                <a:pos x="26" y="22"/>
              </a:cxn>
              <a:cxn ang="0">
                <a:pos x="26" y="16"/>
              </a:cxn>
              <a:cxn ang="0">
                <a:pos x="26" y="16"/>
              </a:cxn>
              <a:cxn ang="0">
                <a:pos x="26" y="8"/>
              </a:cxn>
              <a:cxn ang="0">
                <a:pos x="22" y="4"/>
              </a:cxn>
              <a:cxn ang="0">
                <a:pos x="22" y="4"/>
              </a:cxn>
              <a:cxn ang="0">
                <a:pos x="18" y="2"/>
              </a:cxn>
              <a:cxn ang="0">
                <a:pos x="14" y="0"/>
              </a:cxn>
              <a:cxn ang="0">
                <a:pos x="14" y="0"/>
              </a:cxn>
              <a:cxn ang="0">
                <a:pos x="8" y="2"/>
              </a:cxn>
              <a:cxn ang="0">
                <a:pos x="4" y="4"/>
              </a:cxn>
              <a:cxn ang="0">
                <a:pos x="4" y="4"/>
              </a:cxn>
              <a:cxn ang="0">
                <a:pos x="2" y="8"/>
              </a:cxn>
              <a:cxn ang="0">
                <a:pos x="0" y="16"/>
              </a:cxn>
              <a:cxn ang="0">
                <a:pos x="0" y="16"/>
              </a:cxn>
              <a:cxn ang="0">
                <a:pos x="2" y="22"/>
              </a:cxn>
              <a:cxn ang="0">
                <a:pos x="4" y="28"/>
              </a:cxn>
              <a:cxn ang="0">
                <a:pos x="4" y="28"/>
              </a:cxn>
              <a:cxn ang="0">
                <a:pos x="8" y="30"/>
              </a:cxn>
              <a:cxn ang="0">
                <a:pos x="14" y="30"/>
              </a:cxn>
              <a:cxn ang="0">
                <a:pos x="14" y="30"/>
              </a:cxn>
              <a:cxn ang="0">
                <a:pos x="10" y="8"/>
              </a:cxn>
              <a:cxn ang="0">
                <a:pos x="10" y="8"/>
              </a:cxn>
              <a:cxn ang="0">
                <a:pos x="12" y="6"/>
              </a:cxn>
              <a:cxn ang="0">
                <a:pos x="12" y="6"/>
              </a:cxn>
              <a:cxn ang="0">
                <a:pos x="14" y="6"/>
              </a:cxn>
              <a:cxn ang="0">
                <a:pos x="14" y="6"/>
              </a:cxn>
              <a:cxn ang="0">
                <a:pos x="16" y="6"/>
              </a:cxn>
              <a:cxn ang="0">
                <a:pos x="16" y="6"/>
              </a:cxn>
              <a:cxn ang="0">
                <a:pos x="18" y="8"/>
              </a:cxn>
              <a:cxn ang="0">
                <a:pos x="18" y="8"/>
              </a:cxn>
              <a:cxn ang="0">
                <a:pos x="18" y="16"/>
              </a:cxn>
              <a:cxn ang="0">
                <a:pos x="18" y="16"/>
              </a:cxn>
              <a:cxn ang="0">
                <a:pos x="18" y="22"/>
              </a:cxn>
              <a:cxn ang="0">
                <a:pos x="18" y="22"/>
              </a:cxn>
              <a:cxn ang="0">
                <a:pos x="16" y="26"/>
              </a:cxn>
              <a:cxn ang="0">
                <a:pos x="16" y="26"/>
              </a:cxn>
              <a:cxn ang="0">
                <a:pos x="14" y="26"/>
              </a:cxn>
              <a:cxn ang="0">
                <a:pos x="14" y="26"/>
              </a:cxn>
              <a:cxn ang="0">
                <a:pos x="12" y="26"/>
              </a:cxn>
              <a:cxn ang="0">
                <a:pos x="12" y="26"/>
              </a:cxn>
              <a:cxn ang="0">
                <a:pos x="10" y="22"/>
              </a:cxn>
              <a:cxn ang="0">
                <a:pos x="10" y="22"/>
              </a:cxn>
              <a:cxn ang="0">
                <a:pos x="8" y="16"/>
              </a:cxn>
              <a:cxn ang="0">
                <a:pos x="8" y="16"/>
              </a:cxn>
              <a:cxn ang="0">
                <a:pos x="10" y="8"/>
              </a:cxn>
              <a:cxn ang="0">
                <a:pos x="10" y="8"/>
              </a:cxn>
            </a:cxnLst>
            <a:rect l="0" t="0" r="r" b="b"/>
            <a:pathLst>
              <a:path w="26" h="30">
                <a:moveTo>
                  <a:pt x="14" y="30"/>
                </a:moveTo>
                <a:lnTo>
                  <a:pt x="14" y="30"/>
                </a:lnTo>
                <a:lnTo>
                  <a:pt x="18" y="30"/>
                </a:lnTo>
                <a:lnTo>
                  <a:pt x="22" y="28"/>
                </a:lnTo>
                <a:lnTo>
                  <a:pt x="22" y="28"/>
                </a:lnTo>
                <a:lnTo>
                  <a:pt x="26" y="22"/>
                </a:lnTo>
                <a:lnTo>
                  <a:pt x="26" y="16"/>
                </a:lnTo>
                <a:lnTo>
                  <a:pt x="26" y="16"/>
                </a:lnTo>
                <a:lnTo>
                  <a:pt x="26" y="8"/>
                </a:lnTo>
                <a:lnTo>
                  <a:pt x="22" y="4"/>
                </a:lnTo>
                <a:lnTo>
                  <a:pt x="22" y="4"/>
                </a:lnTo>
                <a:lnTo>
                  <a:pt x="18" y="2"/>
                </a:lnTo>
                <a:lnTo>
                  <a:pt x="14" y="0"/>
                </a:lnTo>
                <a:lnTo>
                  <a:pt x="14" y="0"/>
                </a:lnTo>
                <a:lnTo>
                  <a:pt x="8" y="2"/>
                </a:lnTo>
                <a:lnTo>
                  <a:pt x="4" y="4"/>
                </a:lnTo>
                <a:lnTo>
                  <a:pt x="4" y="4"/>
                </a:lnTo>
                <a:lnTo>
                  <a:pt x="2" y="8"/>
                </a:lnTo>
                <a:lnTo>
                  <a:pt x="0" y="16"/>
                </a:lnTo>
                <a:lnTo>
                  <a:pt x="0" y="16"/>
                </a:lnTo>
                <a:lnTo>
                  <a:pt x="2" y="22"/>
                </a:lnTo>
                <a:lnTo>
                  <a:pt x="4" y="28"/>
                </a:lnTo>
                <a:lnTo>
                  <a:pt x="4" y="28"/>
                </a:lnTo>
                <a:lnTo>
                  <a:pt x="8" y="30"/>
                </a:lnTo>
                <a:lnTo>
                  <a:pt x="14" y="30"/>
                </a:lnTo>
                <a:lnTo>
                  <a:pt x="14" y="30"/>
                </a:lnTo>
                <a:close/>
                <a:moveTo>
                  <a:pt x="10" y="8"/>
                </a:moveTo>
                <a:lnTo>
                  <a:pt x="10" y="8"/>
                </a:lnTo>
                <a:lnTo>
                  <a:pt x="12" y="6"/>
                </a:lnTo>
                <a:lnTo>
                  <a:pt x="12" y="6"/>
                </a:lnTo>
                <a:lnTo>
                  <a:pt x="14" y="6"/>
                </a:lnTo>
                <a:lnTo>
                  <a:pt x="14" y="6"/>
                </a:lnTo>
                <a:lnTo>
                  <a:pt x="16" y="6"/>
                </a:lnTo>
                <a:lnTo>
                  <a:pt x="16" y="6"/>
                </a:lnTo>
                <a:lnTo>
                  <a:pt x="18" y="8"/>
                </a:lnTo>
                <a:lnTo>
                  <a:pt x="18" y="8"/>
                </a:lnTo>
                <a:lnTo>
                  <a:pt x="18" y="16"/>
                </a:lnTo>
                <a:lnTo>
                  <a:pt x="18" y="16"/>
                </a:lnTo>
                <a:lnTo>
                  <a:pt x="18" y="22"/>
                </a:lnTo>
                <a:lnTo>
                  <a:pt x="18" y="22"/>
                </a:lnTo>
                <a:lnTo>
                  <a:pt x="16" y="26"/>
                </a:lnTo>
                <a:lnTo>
                  <a:pt x="16" y="26"/>
                </a:lnTo>
                <a:lnTo>
                  <a:pt x="14" y="26"/>
                </a:lnTo>
                <a:lnTo>
                  <a:pt x="14" y="26"/>
                </a:lnTo>
                <a:lnTo>
                  <a:pt x="12" y="26"/>
                </a:lnTo>
                <a:lnTo>
                  <a:pt x="12" y="26"/>
                </a:lnTo>
                <a:lnTo>
                  <a:pt x="10" y="22"/>
                </a:lnTo>
                <a:lnTo>
                  <a:pt x="10" y="22"/>
                </a:lnTo>
                <a:lnTo>
                  <a:pt x="8" y="16"/>
                </a:lnTo>
                <a:lnTo>
                  <a:pt x="8" y="16"/>
                </a:lnTo>
                <a:lnTo>
                  <a:pt x="10" y="8"/>
                </a:lnTo>
                <a:lnTo>
                  <a:pt x="10"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7" name="Rectangle 1051"/>
          <p:cNvSpPr>
            <a:spLocks noChangeArrowheads="1"/>
          </p:cNvSpPr>
          <p:nvPr/>
        </p:nvSpPr>
        <p:spPr bwMode="auto">
          <a:xfrm>
            <a:off x="9668608" y="4858998"/>
            <a:ext cx="15087" cy="565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398" name="Freeform 1052"/>
          <p:cNvSpPr>
            <a:spLocks/>
          </p:cNvSpPr>
          <p:nvPr/>
        </p:nvSpPr>
        <p:spPr bwMode="auto">
          <a:xfrm>
            <a:off x="8787932" y="4843912"/>
            <a:ext cx="26401" cy="28287"/>
          </a:xfrm>
          <a:custGeom>
            <a:avLst/>
            <a:gdLst/>
            <a:ahLst/>
            <a:cxnLst>
              <a:cxn ang="0">
                <a:pos x="28" y="24"/>
              </a:cxn>
              <a:cxn ang="0">
                <a:pos x="8" y="24"/>
              </a:cxn>
              <a:cxn ang="0">
                <a:pos x="8" y="0"/>
              </a:cxn>
              <a:cxn ang="0">
                <a:pos x="0" y="0"/>
              </a:cxn>
              <a:cxn ang="0">
                <a:pos x="0" y="30"/>
              </a:cxn>
              <a:cxn ang="0">
                <a:pos x="28" y="30"/>
              </a:cxn>
              <a:cxn ang="0">
                <a:pos x="28" y="24"/>
              </a:cxn>
            </a:cxnLst>
            <a:rect l="0" t="0" r="r" b="b"/>
            <a:pathLst>
              <a:path w="28" h="30">
                <a:moveTo>
                  <a:pt x="28" y="24"/>
                </a:moveTo>
                <a:lnTo>
                  <a:pt x="8" y="24"/>
                </a:lnTo>
                <a:lnTo>
                  <a:pt x="8" y="0"/>
                </a:lnTo>
                <a:lnTo>
                  <a:pt x="0" y="0"/>
                </a:lnTo>
                <a:lnTo>
                  <a:pt x="0" y="30"/>
                </a:lnTo>
                <a:lnTo>
                  <a:pt x="28" y="30"/>
                </a:lnTo>
                <a:lnTo>
                  <a:pt x="28"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399" name="Freeform 1053"/>
          <p:cNvSpPr>
            <a:spLocks/>
          </p:cNvSpPr>
          <p:nvPr/>
        </p:nvSpPr>
        <p:spPr bwMode="auto">
          <a:xfrm>
            <a:off x="8819991" y="4843912"/>
            <a:ext cx="37716" cy="28287"/>
          </a:xfrm>
          <a:custGeom>
            <a:avLst/>
            <a:gdLst/>
            <a:ahLst/>
            <a:cxnLst>
              <a:cxn ang="0">
                <a:pos x="8" y="6"/>
              </a:cxn>
              <a:cxn ang="0">
                <a:pos x="16" y="30"/>
              </a:cxn>
              <a:cxn ang="0">
                <a:pos x="24" y="30"/>
              </a:cxn>
              <a:cxn ang="0">
                <a:pos x="32" y="6"/>
              </a:cxn>
              <a:cxn ang="0">
                <a:pos x="32" y="30"/>
              </a:cxn>
              <a:cxn ang="0">
                <a:pos x="40" y="30"/>
              </a:cxn>
              <a:cxn ang="0">
                <a:pos x="40" y="0"/>
              </a:cxn>
              <a:cxn ang="0">
                <a:pos x="26" y="0"/>
              </a:cxn>
              <a:cxn ang="0">
                <a:pos x="20" y="20"/>
              </a:cxn>
              <a:cxn ang="0">
                <a:pos x="12" y="0"/>
              </a:cxn>
              <a:cxn ang="0">
                <a:pos x="0" y="0"/>
              </a:cxn>
              <a:cxn ang="0">
                <a:pos x="0" y="30"/>
              </a:cxn>
              <a:cxn ang="0">
                <a:pos x="8" y="30"/>
              </a:cxn>
              <a:cxn ang="0">
                <a:pos x="8" y="6"/>
              </a:cxn>
            </a:cxnLst>
            <a:rect l="0" t="0" r="r" b="b"/>
            <a:pathLst>
              <a:path w="40" h="30">
                <a:moveTo>
                  <a:pt x="8" y="6"/>
                </a:moveTo>
                <a:lnTo>
                  <a:pt x="16" y="30"/>
                </a:lnTo>
                <a:lnTo>
                  <a:pt x="24" y="30"/>
                </a:lnTo>
                <a:lnTo>
                  <a:pt x="32" y="6"/>
                </a:lnTo>
                <a:lnTo>
                  <a:pt x="32" y="30"/>
                </a:lnTo>
                <a:lnTo>
                  <a:pt x="40" y="30"/>
                </a:lnTo>
                <a:lnTo>
                  <a:pt x="40" y="0"/>
                </a:lnTo>
                <a:lnTo>
                  <a:pt x="26" y="0"/>
                </a:lnTo>
                <a:lnTo>
                  <a:pt x="20" y="20"/>
                </a:lnTo>
                <a:lnTo>
                  <a:pt x="12" y="0"/>
                </a:lnTo>
                <a:lnTo>
                  <a:pt x="0" y="0"/>
                </a:lnTo>
                <a:lnTo>
                  <a:pt x="0" y="30"/>
                </a:lnTo>
                <a:lnTo>
                  <a:pt x="8" y="30"/>
                </a:lnTo>
                <a:lnTo>
                  <a:pt x="8" y="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0" name="Rectangle 1054"/>
          <p:cNvSpPr>
            <a:spLocks noChangeArrowheads="1"/>
          </p:cNvSpPr>
          <p:nvPr/>
        </p:nvSpPr>
        <p:spPr bwMode="auto">
          <a:xfrm>
            <a:off x="8772846" y="4843912"/>
            <a:ext cx="7543" cy="28287"/>
          </a:xfrm>
          <a:prstGeom prst="rect">
            <a:avLst/>
          </a:prstGeom>
          <a:solidFill>
            <a:srgbClr val="FFFFFF"/>
          </a:solidFill>
          <a:ln w="9525">
            <a:noFill/>
            <a:miter lim="800000"/>
            <a:headEnd/>
            <a:tailEnd/>
          </a:ln>
        </p:spPr>
        <p:txBody>
          <a:bodyPr/>
          <a:lstStyle/>
          <a:p>
            <a:pPr>
              <a:defRPr/>
            </a:pPr>
            <a:endParaRPr lang="da-DK">
              <a:ea typeface="ＭＳ Ｐゴシック" pitchFamily="-97" charset="-128"/>
            </a:endParaRPr>
          </a:p>
        </p:txBody>
      </p:sp>
      <p:sp>
        <p:nvSpPr>
          <p:cNvPr id="401" name="Freeform 1055"/>
          <p:cNvSpPr>
            <a:spLocks/>
          </p:cNvSpPr>
          <p:nvPr/>
        </p:nvSpPr>
        <p:spPr bwMode="auto">
          <a:xfrm>
            <a:off x="8740787" y="4843912"/>
            <a:ext cx="26401" cy="28287"/>
          </a:xfrm>
          <a:custGeom>
            <a:avLst/>
            <a:gdLst/>
            <a:ahLst/>
            <a:cxnLst>
              <a:cxn ang="0">
                <a:pos x="8" y="16"/>
              </a:cxn>
              <a:cxn ang="0">
                <a:pos x="26" y="16"/>
              </a:cxn>
              <a:cxn ang="0">
                <a:pos x="26" y="12"/>
              </a:cxn>
              <a:cxn ang="0">
                <a:pos x="8" y="12"/>
              </a:cxn>
              <a:cxn ang="0">
                <a:pos x="8" y="4"/>
              </a:cxn>
              <a:cxn ang="0">
                <a:pos x="28" y="4"/>
              </a:cxn>
              <a:cxn ang="0">
                <a:pos x="28" y="0"/>
              </a:cxn>
              <a:cxn ang="0">
                <a:pos x="0" y="0"/>
              </a:cxn>
              <a:cxn ang="0">
                <a:pos x="0" y="30"/>
              </a:cxn>
              <a:cxn ang="0">
                <a:pos x="8" y="30"/>
              </a:cxn>
              <a:cxn ang="0">
                <a:pos x="8" y="16"/>
              </a:cxn>
            </a:cxnLst>
            <a:rect l="0" t="0" r="r" b="b"/>
            <a:pathLst>
              <a:path w="28" h="30">
                <a:moveTo>
                  <a:pt x="8" y="16"/>
                </a:moveTo>
                <a:lnTo>
                  <a:pt x="26" y="16"/>
                </a:lnTo>
                <a:lnTo>
                  <a:pt x="26" y="12"/>
                </a:lnTo>
                <a:lnTo>
                  <a:pt x="8" y="12"/>
                </a:lnTo>
                <a:lnTo>
                  <a:pt x="8" y="4"/>
                </a:lnTo>
                <a:lnTo>
                  <a:pt x="28" y="4"/>
                </a:lnTo>
                <a:lnTo>
                  <a:pt x="28" y="0"/>
                </a:lnTo>
                <a:lnTo>
                  <a:pt x="0" y="0"/>
                </a:lnTo>
                <a:lnTo>
                  <a:pt x="0" y="30"/>
                </a:lnTo>
                <a:lnTo>
                  <a:pt x="8" y="30"/>
                </a:lnTo>
                <a:lnTo>
                  <a:pt x="8" y="16"/>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2" name="Freeform 1056"/>
          <p:cNvSpPr>
            <a:spLocks/>
          </p:cNvSpPr>
          <p:nvPr/>
        </p:nvSpPr>
        <p:spPr bwMode="auto">
          <a:xfrm>
            <a:off x="9451740" y="4840140"/>
            <a:ext cx="15087" cy="28287"/>
          </a:xfrm>
          <a:custGeom>
            <a:avLst/>
            <a:gdLst/>
            <a:ahLst/>
            <a:cxnLst>
              <a:cxn ang="0">
                <a:pos x="10" y="30"/>
              </a:cxn>
              <a:cxn ang="0">
                <a:pos x="16" y="30"/>
              </a:cxn>
              <a:cxn ang="0">
                <a:pos x="16" y="0"/>
              </a:cxn>
              <a:cxn ang="0">
                <a:pos x="10" y="0"/>
              </a:cxn>
              <a:cxn ang="0">
                <a:pos x="10" y="0"/>
              </a:cxn>
              <a:cxn ang="0">
                <a:pos x="6" y="6"/>
              </a:cxn>
              <a:cxn ang="0">
                <a:pos x="6" y="6"/>
              </a:cxn>
              <a:cxn ang="0">
                <a:pos x="0" y="8"/>
              </a:cxn>
              <a:cxn ang="0">
                <a:pos x="0" y="14"/>
              </a:cxn>
              <a:cxn ang="0">
                <a:pos x="0" y="14"/>
              </a:cxn>
              <a:cxn ang="0">
                <a:pos x="10" y="10"/>
              </a:cxn>
              <a:cxn ang="0">
                <a:pos x="10" y="30"/>
              </a:cxn>
            </a:cxnLst>
            <a:rect l="0" t="0" r="r" b="b"/>
            <a:pathLst>
              <a:path w="16" h="30">
                <a:moveTo>
                  <a:pt x="10" y="30"/>
                </a:moveTo>
                <a:lnTo>
                  <a:pt x="16" y="30"/>
                </a:lnTo>
                <a:lnTo>
                  <a:pt x="16" y="0"/>
                </a:lnTo>
                <a:lnTo>
                  <a:pt x="10" y="0"/>
                </a:lnTo>
                <a:lnTo>
                  <a:pt x="10" y="0"/>
                </a:lnTo>
                <a:lnTo>
                  <a:pt x="6" y="6"/>
                </a:lnTo>
                <a:lnTo>
                  <a:pt x="6" y="6"/>
                </a:lnTo>
                <a:lnTo>
                  <a:pt x="0" y="8"/>
                </a:lnTo>
                <a:lnTo>
                  <a:pt x="0" y="14"/>
                </a:lnTo>
                <a:lnTo>
                  <a:pt x="0" y="14"/>
                </a:lnTo>
                <a:lnTo>
                  <a:pt x="10" y="10"/>
                </a:lnTo>
                <a:lnTo>
                  <a:pt x="10" y="3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3" name="Freeform 1057"/>
          <p:cNvSpPr>
            <a:spLocks noEditPoints="1"/>
          </p:cNvSpPr>
          <p:nvPr/>
        </p:nvSpPr>
        <p:spPr bwMode="auto">
          <a:xfrm>
            <a:off x="9361220" y="4840140"/>
            <a:ext cx="24516" cy="28287"/>
          </a:xfrm>
          <a:custGeom>
            <a:avLst/>
            <a:gdLst/>
            <a:ahLst/>
            <a:cxnLst>
              <a:cxn ang="0">
                <a:pos x="12" y="30"/>
              </a:cxn>
              <a:cxn ang="0">
                <a:pos x="12" y="30"/>
              </a:cxn>
              <a:cxn ang="0">
                <a:pos x="18" y="30"/>
              </a:cxn>
              <a:cxn ang="0">
                <a:pos x="22" y="28"/>
              </a:cxn>
              <a:cxn ang="0">
                <a:pos x="22" y="28"/>
              </a:cxn>
              <a:cxn ang="0">
                <a:pos x="24" y="22"/>
              </a:cxn>
              <a:cxn ang="0">
                <a:pos x="26" y="16"/>
              </a:cxn>
              <a:cxn ang="0">
                <a:pos x="26" y="16"/>
              </a:cxn>
              <a:cxn ang="0">
                <a:pos x="24" y="8"/>
              </a:cxn>
              <a:cxn ang="0">
                <a:pos x="22" y="4"/>
              </a:cxn>
              <a:cxn ang="0">
                <a:pos x="22" y="4"/>
              </a:cxn>
              <a:cxn ang="0">
                <a:pos x="18" y="2"/>
              </a:cxn>
              <a:cxn ang="0">
                <a:pos x="12" y="0"/>
              </a:cxn>
              <a:cxn ang="0">
                <a:pos x="12" y="0"/>
              </a:cxn>
              <a:cxn ang="0">
                <a:pos x="8" y="2"/>
              </a:cxn>
              <a:cxn ang="0">
                <a:pos x="4" y="4"/>
              </a:cxn>
              <a:cxn ang="0">
                <a:pos x="4" y="4"/>
              </a:cxn>
              <a:cxn ang="0">
                <a:pos x="0" y="8"/>
              </a:cxn>
              <a:cxn ang="0">
                <a:pos x="0" y="16"/>
              </a:cxn>
              <a:cxn ang="0">
                <a:pos x="0" y="16"/>
              </a:cxn>
              <a:cxn ang="0">
                <a:pos x="0" y="22"/>
              </a:cxn>
              <a:cxn ang="0">
                <a:pos x="4" y="28"/>
              </a:cxn>
              <a:cxn ang="0">
                <a:pos x="4" y="28"/>
              </a:cxn>
              <a:cxn ang="0">
                <a:pos x="8" y="30"/>
              </a:cxn>
              <a:cxn ang="0">
                <a:pos x="12" y="30"/>
              </a:cxn>
              <a:cxn ang="0">
                <a:pos x="12" y="30"/>
              </a:cxn>
              <a:cxn ang="0">
                <a:pos x="8" y="8"/>
              </a:cxn>
              <a:cxn ang="0">
                <a:pos x="8" y="8"/>
              </a:cxn>
              <a:cxn ang="0">
                <a:pos x="10" y="6"/>
              </a:cxn>
              <a:cxn ang="0">
                <a:pos x="10" y="6"/>
              </a:cxn>
              <a:cxn ang="0">
                <a:pos x="12" y="6"/>
              </a:cxn>
              <a:cxn ang="0">
                <a:pos x="12" y="6"/>
              </a:cxn>
              <a:cxn ang="0">
                <a:pos x="16" y="6"/>
              </a:cxn>
              <a:cxn ang="0">
                <a:pos x="16" y="6"/>
              </a:cxn>
              <a:cxn ang="0">
                <a:pos x="18" y="8"/>
              </a:cxn>
              <a:cxn ang="0">
                <a:pos x="18" y="8"/>
              </a:cxn>
              <a:cxn ang="0">
                <a:pos x="18" y="16"/>
              </a:cxn>
              <a:cxn ang="0">
                <a:pos x="18" y="16"/>
              </a:cxn>
              <a:cxn ang="0">
                <a:pos x="18" y="24"/>
              </a:cxn>
              <a:cxn ang="0">
                <a:pos x="18" y="24"/>
              </a:cxn>
              <a:cxn ang="0">
                <a:pos x="16" y="26"/>
              </a:cxn>
              <a:cxn ang="0">
                <a:pos x="16" y="26"/>
              </a:cxn>
              <a:cxn ang="0">
                <a:pos x="12" y="26"/>
              </a:cxn>
              <a:cxn ang="0">
                <a:pos x="12" y="26"/>
              </a:cxn>
              <a:cxn ang="0">
                <a:pos x="10" y="26"/>
              </a:cxn>
              <a:cxn ang="0">
                <a:pos x="10" y="26"/>
              </a:cxn>
              <a:cxn ang="0">
                <a:pos x="8" y="22"/>
              </a:cxn>
              <a:cxn ang="0">
                <a:pos x="8" y="22"/>
              </a:cxn>
              <a:cxn ang="0">
                <a:pos x="8" y="16"/>
              </a:cxn>
              <a:cxn ang="0">
                <a:pos x="8" y="16"/>
              </a:cxn>
              <a:cxn ang="0">
                <a:pos x="8" y="8"/>
              </a:cxn>
              <a:cxn ang="0">
                <a:pos x="8" y="8"/>
              </a:cxn>
            </a:cxnLst>
            <a:rect l="0" t="0" r="r" b="b"/>
            <a:pathLst>
              <a:path w="26" h="30">
                <a:moveTo>
                  <a:pt x="12" y="30"/>
                </a:moveTo>
                <a:lnTo>
                  <a:pt x="12" y="30"/>
                </a:lnTo>
                <a:lnTo>
                  <a:pt x="18" y="30"/>
                </a:lnTo>
                <a:lnTo>
                  <a:pt x="22" y="28"/>
                </a:lnTo>
                <a:lnTo>
                  <a:pt x="22" y="28"/>
                </a:lnTo>
                <a:lnTo>
                  <a:pt x="24" y="22"/>
                </a:lnTo>
                <a:lnTo>
                  <a:pt x="26" y="16"/>
                </a:lnTo>
                <a:lnTo>
                  <a:pt x="26" y="16"/>
                </a:lnTo>
                <a:lnTo>
                  <a:pt x="24" y="8"/>
                </a:lnTo>
                <a:lnTo>
                  <a:pt x="22" y="4"/>
                </a:lnTo>
                <a:lnTo>
                  <a:pt x="22" y="4"/>
                </a:lnTo>
                <a:lnTo>
                  <a:pt x="18" y="2"/>
                </a:lnTo>
                <a:lnTo>
                  <a:pt x="12" y="0"/>
                </a:lnTo>
                <a:lnTo>
                  <a:pt x="12" y="0"/>
                </a:lnTo>
                <a:lnTo>
                  <a:pt x="8" y="2"/>
                </a:lnTo>
                <a:lnTo>
                  <a:pt x="4" y="4"/>
                </a:lnTo>
                <a:lnTo>
                  <a:pt x="4" y="4"/>
                </a:lnTo>
                <a:lnTo>
                  <a:pt x="0" y="8"/>
                </a:lnTo>
                <a:lnTo>
                  <a:pt x="0" y="16"/>
                </a:lnTo>
                <a:lnTo>
                  <a:pt x="0" y="16"/>
                </a:lnTo>
                <a:lnTo>
                  <a:pt x="0" y="22"/>
                </a:lnTo>
                <a:lnTo>
                  <a:pt x="4" y="28"/>
                </a:lnTo>
                <a:lnTo>
                  <a:pt x="4" y="28"/>
                </a:lnTo>
                <a:lnTo>
                  <a:pt x="8" y="30"/>
                </a:lnTo>
                <a:lnTo>
                  <a:pt x="12" y="30"/>
                </a:lnTo>
                <a:lnTo>
                  <a:pt x="12" y="30"/>
                </a:lnTo>
                <a:close/>
                <a:moveTo>
                  <a:pt x="8" y="8"/>
                </a:moveTo>
                <a:lnTo>
                  <a:pt x="8" y="8"/>
                </a:lnTo>
                <a:lnTo>
                  <a:pt x="10" y="6"/>
                </a:lnTo>
                <a:lnTo>
                  <a:pt x="10" y="6"/>
                </a:lnTo>
                <a:lnTo>
                  <a:pt x="12" y="6"/>
                </a:lnTo>
                <a:lnTo>
                  <a:pt x="12" y="6"/>
                </a:lnTo>
                <a:lnTo>
                  <a:pt x="16" y="6"/>
                </a:lnTo>
                <a:lnTo>
                  <a:pt x="16" y="6"/>
                </a:lnTo>
                <a:lnTo>
                  <a:pt x="18" y="8"/>
                </a:lnTo>
                <a:lnTo>
                  <a:pt x="18" y="8"/>
                </a:lnTo>
                <a:lnTo>
                  <a:pt x="18" y="16"/>
                </a:lnTo>
                <a:lnTo>
                  <a:pt x="18" y="16"/>
                </a:lnTo>
                <a:lnTo>
                  <a:pt x="18" y="24"/>
                </a:lnTo>
                <a:lnTo>
                  <a:pt x="18" y="24"/>
                </a:lnTo>
                <a:lnTo>
                  <a:pt x="16" y="26"/>
                </a:lnTo>
                <a:lnTo>
                  <a:pt x="16" y="26"/>
                </a:lnTo>
                <a:lnTo>
                  <a:pt x="12" y="26"/>
                </a:lnTo>
                <a:lnTo>
                  <a:pt x="12" y="26"/>
                </a:lnTo>
                <a:lnTo>
                  <a:pt x="10" y="26"/>
                </a:lnTo>
                <a:lnTo>
                  <a:pt x="10" y="26"/>
                </a:lnTo>
                <a:lnTo>
                  <a:pt x="8" y="22"/>
                </a:lnTo>
                <a:lnTo>
                  <a:pt x="8" y="22"/>
                </a:lnTo>
                <a:lnTo>
                  <a:pt x="8" y="16"/>
                </a:lnTo>
                <a:lnTo>
                  <a:pt x="8" y="16"/>
                </a:lnTo>
                <a:lnTo>
                  <a:pt x="8" y="8"/>
                </a:lnTo>
                <a:lnTo>
                  <a:pt x="8" y="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4" name="Freeform 1058"/>
          <p:cNvSpPr>
            <a:spLocks/>
          </p:cNvSpPr>
          <p:nvPr/>
        </p:nvSpPr>
        <p:spPr bwMode="auto">
          <a:xfrm>
            <a:off x="9419681" y="4842026"/>
            <a:ext cx="26401" cy="26401"/>
          </a:xfrm>
          <a:custGeom>
            <a:avLst/>
            <a:gdLst/>
            <a:ahLst/>
            <a:cxnLst>
              <a:cxn ang="0">
                <a:pos x="14" y="24"/>
              </a:cxn>
              <a:cxn ang="0">
                <a:pos x="14" y="24"/>
              </a:cxn>
              <a:cxn ang="0">
                <a:pos x="10" y="24"/>
              </a:cxn>
              <a:cxn ang="0">
                <a:pos x="10" y="24"/>
              </a:cxn>
              <a:cxn ang="0">
                <a:pos x="8" y="20"/>
              </a:cxn>
              <a:cxn ang="0">
                <a:pos x="0" y="20"/>
              </a:cxn>
              <a:cxn ang="0">
                <a:pos x="0" y="20"/>
              </a:cxn>
              <a:cxn ang="0">
                <a:pos x="2" y="24"/>
              </a:cxn>
              <a:cxn ang="0">
                <a:pos x="4" y="26"/>
              </a:cxn>
              <a:cxn ang="0">
                <a:pos x="4" y="26"/>
              </a:cxn>
              <a:cxn ang="0">
                <a:pos x="8" y="28"/>
              </a:cxn>
              <a:cxn ang="0">
                <a:pos x="14" y="28"/>
              </a:cxn>
              <a:cxn ang="0">
                <a:pos x="14" y="28"/>
              </a:cxn>
              <a:cxn ang="0">
                <a:pos x="20" y="28"/>
              </a:cxn>
              <a:cxn ang="0">
                <a:pos x="24" y="24"/>
              </a:cxn>
              <a:cxn ang="0">
                <a:pos x="24" y="24"/>
              </a:cxn>
              <a:cxn ang="0">
                <a:pos x="26" y="22"/>
              </a:cxn>
              <a:cxn ang="0">
                <a:pos x="28" y="18"/>
              </a:cxn>
              <a:cxn ang="0">
                <a:pos x="28" y="18"/>
              </a:cxn>
              <a:cxn ang="0">
                <a:pos x="26" y="14"/>
              </a:cxn>
              <a:cxn ang="0">
                <a:pos x="24" y="12"/>
              </a:cxn>
              <a:cxn ang="0">
                <a:pos x="24" y="12"/>
              </a:cxn>
              <a:cxn ang="0">
                <a:pos x="20" y="10"/>
              </a:cxn>
              <a:cxn ang="0">
                <a:pos x="14" y="8"/>
              </a:cxn>
              <a:cxn ang="0">
                <a:pos x="14" y="8"/>
              </a:cxn>
              <a:cxn ang="0">
                <a:pos x="10" y="10"/>
              </a:cxn>
              <a:cxn ang="0">
                <a:pos x="10" y="4"/>
              </a:cxn>
              <a:cxn ang="0">
                <a:pos x="26" y="4"/>
              </a:cxn>
              <a:cxn ang="0">
                <a:pos x="26" y="0"/>
              </a:cxn>
              <a:cxn ang="0">
                <a:pos x="6" y="0"/>
              </a:cxn>
              <a:cxn ang="0">
                <a:pos x="2" y="14"/>
              </a:cxn>
              <a:cxn ang="0">
                <a:pos x="8" y="16"/>
              </a:cxn>
              <a:cxn ang="0">
                <a:pos x="8" y="16"/>
              </a:cxn>
              <a:cxn ang="0">
                <a:pos x="14" y="14"/>
              </a:cxn>
              <a:cxn ang="0">
                <a:pos x="14" y="14"/>
              </a:cxn>
              <a:cxn ang="0">
                <a:pos x="18" y="14"/>
              </a:cxn>
              <a:cxn ang="0">
                <a:pos x="18" y="14"/>
              </a:cxn>
              <a:cxn ang="0">
                <a:pos x="20" y="18"/>
              </a:cxn>
              <a:cxn ang="0">
                <a:pos x="20" y="18"/>
              </a:cxn>
              <a:cxn ang="0">
                <a:pos x="18" y="22"/>
              </a:cxn>
              <a:cxn ang="0">
                <a:pos x="18" y="22"/>
              </a:cxn>
              <a:cxn ang="0">
                <a:pos x="14" y="24"/>
              </a:cxn>
              <a:cxn ang="0">
                <a:pos x="14" y="24"/>
              </a:cxn>
            </a:cxnLst>
            <a:rect l="0" t="0" r="r" b="b"/>
            <a:pathLst>
              <a:path w="28" h="28">
                <a:moveTo>
                  <a:pt x="14" y="24"/>
                </a:moveTo>
                <a:lnTo>
                  <a:pt x="14" y="24"/>
                </a:lnTo>
                <a:lnTo>
                  <a:pt x="10" y="24"/>
                </a:lnTo>
                <a:lnTo>
                  <a:pt x="10" y="24"/>
                </a:lnTo>
                <a:lnTo>
                  <a:pt x="8" y="20"/>
                </a:lnTo>
                <a:lnTo>
                  <a:pt x="0" y="20"/>
                </a:lnTo>
                <a:lnTo>
                  <a:pt x="0" y="20"/>
                </a:lnTo>
                <a:lnTo>
                  <a:pt x="2" y="24"/>
                </a:lnTo>
                <a:lnTo>
                  <a:pt x="4" y="26"/>
                </a:lnTo>
                <a:lnTo>
                  <a:pt x="4" y="26"/>
                </a:lnTo>
                <a:lnTo>
                  <a:pt x="8" y="28"/>
                </a:lnTo>
                <a:lnTo>
                  <a:pt x="14" y="28"/>
                </a:lnTo>
                <a:lnTo>
                  <a:pt x="14" y="28"/>
                </a:lnTo>
                <a:lnTo>
                  <a:pt x="20" y="28"/>
                </a:lnTo>
                <a:lnTo>
                  <a:pt x="24" y="24"/>
                </a:lnTo>
                <a:lnTo>
                  <a:pt x="24" y="24"/>
                </a:lnTo>
                <a:lnTo>
                  <a:pt x="26" y="22"/>
                </a:lnTo>
                <a:lnTo>
                  <a:pt x="28" y="18"/>
                </a:lnTo>
                <a:lnTo>
                  <a:pt x="28" y="18"/>
                </a:lnTo>
                <a:lnTo>
                  <a:pt x="26" y="14"/>
                </a:lnTo>
                <a:lnTo>
                  <a:pt x="24" y="12"/>
                </a:lnTo>
                <a:lnTo>
                  <a:pt x="24" y="12"/>
                </a:lnTo>
                <a:lnTo>
                  <a:pt x="20" y="10"/>
                </a:lnTo>
                <a:lnTo>
                  <a:pt x="14" y="8"/>
                </a:lnTo>
                <a:lnTo>
                  <a:pt x="14" y="8"/>
                </a:lnTo>
                <a:lnTo>
                  <a:pt x="10" y="10"/>
                </a:lnTo>
                <a:lnTo>
                  <a:pt x="10" y="4"/>
                </a:lnTo>
                <a:lnTo>
                  <a:pt x="26" y="4"/>
                </a:lnTo>
                <a:lnTo>
                  <a:pt x="26" y="0"/>
                </a:lnTo>
                <a:lnTo>
                  <a:pt x="6" y="0"/>
                </a:lnTo>
                <a:lnTo>
                  <a:pt x="2" y="14"/>
                </a:lnTo>
                <a:lnTo>
                  <a:pt x="8" y="16"/>
                </a:lnTo>
                <a:lnTo>
                  <a:pt x="8" y="16"/>
                </a:lnTo>
                <a:lnTo>
                  <a:pt x="14" y="14"/>
                </a:lnTo>
                <a:lnTo>
                  <a:pt x="14" y="14"/>
                </a:lnTo>
                <a:lnTo>
                  <a:pt x="18" y="14"/>
                </a:lnTo>
                <a:lnTo>
                  <a:pt x="18" y="14"/>
                </a:lnTo>
                <a:lnTo>
                  <a:pt x="20" y="18"/>
                </a:lnTo>
                <a:lnTo>
                  <a:pt x="20" y="18"/>
                </a:lnTo>
                <a:lnTo>
                  <a:pt x="18" y="22"/>
                </a:lnTo>
                <a:lnTo>
                  <a:pt x="18" y="22"/>
                </a:lnTo>
                <a:lnTo>
                  <a:pt x="14" y="24"/>
                </a:lnTo>
                <a:lnTo>
                  <a:pt x="1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5" name="Freeform 1059"/>
          <p:cNvSpPr>
            <a:spLocks/>
          </p:cNvSpPr>
          <p:nvPr/>
        </p:nvSpPr>
        <p:spPr bwMode="auto">
          <a:xfrm>
            <a:off x="9389508" y="4840140"/>
            <a:ext cx="24516" cy="28287"/>
          </a:xfrm>
          <a:custGeom>
            <a:avLst/>
            <a:gdLst/>
            <a:ahLst/>
            <a:cxnLst>
              <a:cxn ang="0">
                <a:pos x="12" y="18"/>
              </a:cxn>
              <a:cxn ang="0">
                <a:pos x="12" y="18"/>
              </a:cxn>
              <a:cxn ang="0">
                <a:pos x="2" y="24"/>
              </a:cxn>
              <a:cxn ang="0">
                <a:pos x="2" y="24"/>
              </a:cxn>
              <a:cxn ang="0">
                <a:pos x="0" y="30"/>
              </a:cxn>
              <a:cxn ang="0">
                <a:pos x="26" y="30"/>
              </a:cxn>
              <a:cxn ang="0">
                <a:pos x="26" y="26"/>
              </a:cxn>
              <a:cxn ang="0">
                <a:pos x="12" y="26"/>
              </a:cxn>
              <a:cxn ang="0">
                <a:pos x="12" y="26"/>
              </a:cxn>
              <a:cxn ang="0">
                <a:pos x="14" y="24"/>
              </a:cxn>
              <a:cxn ang="0">
                <a:pos x="14" y="24"/>
              </a:cxn>
              <a:cxn ang="0">
                <a:pos x="18" y="20"/>
              </a:cxn>
              <a:cxn ang="0">
                <a:pos x="18" y="20"/>
              </a:cxn>
              <a:cxn ang="0">
                <a:pos x="22" y="16"/>
              </a:cxn>
              <a:cxn ang="0">
                <a:pos x="22" y="16"/>
              </a:cxn>
              <a:cxn ang="0">
                <a:pos x="26" y="12"/>
              </a:cxn>
              <a:cxn ang="0">
                <a:pos x="26" y="12"/>
              </a:cxn>
              <a:cxn ang="0">
                <a:pos x="26" y="8"/>
              </a:cxn>
              <a:cxn ang="0">
                <a:pos x="26" y="8"/>
              </a:cxn>
              <a:cxn ang="0">
                <a:pos x="26" y="6"/>
              </a:cxn>
              <a:cxn ang="0">
                <a:pos x="24" y="4"/>
              </a:cxn>
              <a:cxn ang="0">
                <a:pos x="24" y="4"/>
              </a:cxn>
              <a:cxn ang="0">
                <a:pos x="20" y="2"/>
              </a:cxn>
              <a:cxn ang="0">
                <a:pos x="14" y="0"/>
              </a:cxn>
              <a:cxn ang="0">
                <a:pos x="14" y="0"/>
              </a:cxn>
              <a:cxn ang="0">
                <a:pos x="6" y="2"/>
              </a:cxn>
              <a:cxn ang="0">
                <a:pos x="6" y="2"/>
              </a:cxn>
              <a:cxn ang="0">
                <a:pos x="2" y="6"/>
              </a:cxn>
              <a:cxn ang="0">
                <a:pos x="0" y="10"/>
              </a:cxn>
              <a:cxn ang="0">
                <a:pos x="8" y="10"/>
              </a:cxn>
              <a:cxn ang="0">
                <a:pos x="8" y="10"/>
              </a:cxn>
              <a:cxn ang="0">
                <a:pos x="10" y="6"/>
              </a:cxn>
              <a:cxn ang="0">
                <a:pos x="10" y="6"/>
              </a:cxn>
              <a:cxn ang="0">
                <a:pos x="14" y="6"/>
              </a:cxn>
              <a:cxn ang="0">
                <a:pos x="14" y="6"/>
              </a:cxn>
              <a:cxn ang="0">
                <a:pos x="18" y="6"/>
              </a:cxn>
              <a:cxn ang="0">
                <a:pos x="18" y="6"/>
              </a:cxn>
              <a:cxn ang="0">
                <a:pos x="20" y="10"/>
              </a:cxn>
              <a:cxn ang="0">
                <a:pos x="20" y="10"/>
              </a:cxn>
              <a:cxn ang="0">
                <a:pos x="18" y="12"/>
              </a:cxn>
              <a:cxn ang="0">
                <a:pos x="18" y="12"/>
              </a:cxn>
              <a:cxn ang="0">
                <a:pos x="12" y="18"/>
              </a:cxn>
              <a:cxn ang="0">
                <a:pos x="12" y="18"/>
              </a:cxn>
            </a:cxnLst>
            <a:rect l="0" t="0" r="r" b="b"/>
            <a:pathLst>
              <a:path w="26" h="30">
                <a:moveTo>
                  <a:pt x="12" y="18"/>
                </a:moveTo>
                <a:lnTo>
                  <a:pt x="12" y="18"/>
                </a:lnTo>
                <a:lnTo>
                  <a:pt x="2" y="24"/>
                </a:lnTo>
                <a:lnTo>
                  <a:pt x="2" y="24"/>
                </a:lnTo>
                <a:lnTo>
                  <a:pt x="0" y="30"/>
                </a:lnTo>
                <a:lnTo>
                  <a:pt x="26" y="30"/>
                </a:lnTo>
                <a:lnTo>
                  <a:pt x="26" y="26"/>
                </a:lnTo>
                <a:lnTo>
                  <a:pt x="12" y="26"/>
                </a:lnTo>
                <a:lnTo>
                  <a:pt x="12" y="26"/>
                </a:lnTo>
                <a:lnTo>
                  <a:pt x="14" y="24"/>
                </a:lnTo>
                <a:lnTo>
                  <a:pt x="14" y="24"/>
                </a:lnTo>
                <a:lnTo>
                  <a:pt x="18" y="20"/>
                </a:lnTo>
                <a:lnTo>
                  <a:pt x="18" y="20"/>
                </a:lnTo>
                <a:lnTo>
                  <a:pt x="22" y="16"/>
                </a:lnTo>
                <a:lnTo>
                  <a:pt x="22" y="16"/>
                </a:lnTo>
                <a:lnTo>
                  <a:pt x="26" y="12"/>
                </a:lnTo>
                <a:lnTo>
                  <a:pt x="26" y="12"/>
                </a:lnTo>
                <a:lnTo>
                  <a:pt x="26" y="8"/>
                </a:lnTo>
                <a:lnTo>
                  <a:pt x="26" y="8"/>
                </a:lnTo>
                <a:lnTo>
                  <a:pt x="26" y="6"/>
                </a:lnTo>
                <a:lnTo>
                  <a:pt x="24" y="4"/>
                </a:lnTo>
                <a:lnTo>
                  <a:pt x="24" y="4"/>
                </a:lnTo>
                <a:lnTo>
                  <a:pt x="20" y="2"/>
                </a:lnTo>
                <a:lnTo>
                  <a:pt x="14" y="0"/>
                </a:lnTo>
                <a:lnTo>
                  <a:pt x="14" y="0"/>
                </a:lnTo>
                <a:lnTo>
                  <a:pt x="6" y="2"/>
                </a:lnTo>
                <a:lnTo>
                  <a:pt x="6" y="2"/>
                </a:lnTo>
                <a:lnTo>
                  <a:pt x="2" y="6"/>
                </a:lnTo>
                <a:lnTo>
                  <a:pt x="0" y="10"/>
                </a:lnTo>
                <a:lnTo>
                  <a:pt x="8" y="10"/>
                </a:lnTo>
                <a:lnTo>
                  <a:pt x="8" y="10"/>
                </a:lnTo>
                <a:lnTo>
                  <a:pt x="10" y="6"/>
                </a:lnTo>
                <a:lnTo>
                  <a:pt x="10" y="6"/>
                </a:lnTo>
                <a:lnTo>
                  <a:pt x="14" y="6"/>
                </a:lnTo>
                <a:lnTo>
                  <a:pt x="14" y="6"/>
                </a:lnTo>
                <a:lnTo>
                  <a:pt x="18" y="6"/>
                </a:lnTo>
                <a:lnTo>
                  <a:pt x="18" y="6"/>
                </a:lnTo>
                <a:lnTo>
                  <a:pt x="20" y="10"/>
                </a:lnTo>
                <a:lnTo>
                  <a:pt x="20" y="10"/>
                </a:lnTo>
                <a:lnTo>
                  <a:pt x="18" y="12"/>
                </a:lnTo>
                <a:lnTo>
                  <a:pt x="18" y="12"/>
                </a:lnTo>
                <a:lnTo>
                  <a:pt x="12" y="18"/>
                </a:lnTo>
                <a:lnTo>
                  <a:pt x="12" y="18"/>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6" name="Freeform 1060"/>
          <p:cNvSpPr>
            <a:spLocks/>
          </p:cNvSpPr>
          <p:nvPr/>
        </p:nvSpPr>
        <p:spPr bwMode="auto">
          <a:xfrm>
            <a:off x="8895424" y="6197928"/>
            <a:ext cx="49031" cy="28287"/>
          </a:xfrm>
          <a:custGeom>
            <a:avLst/>
            <a:gdLst/>
            <a:ahLst/>
            <a:cxnLst>
              <a:cxn ang="0">
                <a:pos x="0" y="0"/>
              </a:cxn>
              <a:cxn ang="0">
                <a:pos x="0" y="14"/>
              </a:cxn>
              <a:cxn ang="0">
                <a:pos x="0" y="30"/>
              </a:cxn>
              <a:cxn ang="0">
                <a:pos x="26" y="22"/>
              </a:cxn>
              <a:cxn ang="0">
                <a:pos x="52" y="14"/>
              </a:cxn>
              <a:cxn ang="0">
                <a:pos x="26" y="8"/>
              </a:cxn>
              <a:cxn ang="0">
                <a:pos x="0" y="0"/>
              </a:cxn>
            </a:cxnLst>
            <a:rect l="0" t="0" r="r" b="b"/>
            <a:pathLst>
              <a:path w="52" h="30">
                <a:moveTo>
                  <a:pt x="0" y="0"/>
                </a:moveTo>
                <a:lnTo>
                  <a:pt x="0" y="14"/>
                </a:lnTo>
                <a:lnTo>
                  <a:pt x="0" y="30"/>
                </a:lnTo>
                <a:lnTo>
                  <a:pt x="26" y="22"/>
                </a:lnTo>
                <a:lnTo>
                  <a:pt x="52" y="14"/>
                </a:lnTo>
                <a:lnTo>
                  <a:pt x="26" y="8"/>
                </a:lnTo>
                <a:lnTo>
                  <a:pt x="0"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7" name="Freeform 1061"/>
          <p:cNvSpPr>
            <a:spLocks/>
          </p:cNvSpPr>
          <p:nvPr/>
        </p:nvSpPr>
        <p:spPr bwMode="auto">
          <a:xfrm>
            <a:off x="8933140" y="6177184"/>
            <a:ext cx="18858" cy="28287"/>
          </a:xfrm>
          <a:custGeom>
            <a:avLst/>
            <a:gdLst/>
            <a:ahLst/>
            <a:cxnLst>
              <a:cxn ang="0">
                <a:pos x="14" y="14"/>
              </a:cxn>
              <a:cxn ang="0">
                <a:pos x="14" y="14"/>
              </a:cxn>
              <a:cxn ang="0">
                <a:pos x="16" y="10"/>
              </a:cxn>
              <a:cxn ang="0">
                <a:pos x="18" y="8"/>
              </a:cxn>
              <a:cxn ang="0">
                <a:pos x="18" y="8"/>
              </a:cxn>
              <a:cxn ang="0">
                <a:pos x="16" y="2"/>
              </a:cxn>
              <a:cxn ang="0">
                <a:pos x="16" y="2"/>
              </a:cxn>
              <a:cxn ang="0">
                <a:pos x="14" y="0"/>
              </a:cxn>
              <a:cxn ang="0">
                <a:pos x="10" y="0"/>
              </a:cxn>
              <a:cxn ang="0">
                <a:pos x="10" y="0"/>
              </a:cxn>
              <a:cxn ang="0">
                <a:pos x="6" y="2"/>
              </a:cxn>
              <a:cxn ang="0">
                <a:pos x="6" y="2"/>
              </a:cxn>
              <a:cxn ang="0">
                <a:pos x="2" y="4"/>
              </a:cxn>
              <a:cxn ang="0">
                <a:pos x="2" y="4"/>
              </a:cxn>
              <a:cxn ang="0">
                <a:pos x="0" y="8"/>
              </a:cxn>
              <a:cxn ang="0">
                <a:pos x="6" y="8"/>
              </a:cxn>
              <a:cxn ang="0">
                <a:pos x="6" y="8"/>
              </a:cxn>
              <a:cxn ang="0">
                <a:pos x="8" y="6"/>
              </a:cxn>
              <a:cxn ang="0">
                <a:pos x="8" y="6"/>
              </a:cxn>
              <a:cxn ang="0">
                <a:pos x="10" y="4"/>
              </a:cxn>
              <a:cxn ang="0">
                <a:pos x="10" y="4"/>
              </a:cxn>
              <a:cxn ang="0">
                <a:pos x="12" y="6"/>
              </a:cxn>
              <a:cxn ang="0">
                <a:pos x="12" y="6"/>
              </a:cxn>
              <a:cxn ang="0">
                <a:pos x="12" y="8"/>
              </a:cxn>
              <a:cxn ang="0">
                <a:pos x="12" y="8"/>
              </a:cxn>
              <a:cxn ang="0">
                <a:pos x="12" y="10"/>
              </a:cxn>
              <a:cxn ang="0">
                <a:pos x="12" y="10"/>
              </a:cxn>
              <a:cxn ang="0">
                <a:pos x="8" y="12"/>
              </a:cxn>
              <a:cxn ang="0">
                <a:pos x="8" y="16"/>
              </a:cxn>
              <a:cxn ang="0">
                <a:pos x="8" y="16"/>
              </a:cxn>
              <a:cxn ang="0">
                <a:pos x="10" y="16"/>
              </a:cxn>
              <a:cxn ang="0">
                <a:pos x="10" y="16"/>
              </a:cxn>
              <a:cxn ang="0">
                <a:pos x="12" y="16"/>
              </a:cxn>
              <a:cxn ang="0">
                <a:pos x="12" y="16"/>
              </a:cxn>
              <a:cxn ang="0">
                <a:pos x="14" y="20"/>
              </a:cxn>
              <a:cxn ang="0">
                <a:pos x="14" y="20"/>
              </a:cxn>
              <a:cxn ang="0">
                <a:pos x="12" y="24"/>
              </a:cxn>
              <a:cxn ang="0">
                <a:pos x="12" y="24"/>
              </a:cxn>
              <a:cxn ang="0">
                <a:pos x="10" y="24"/>
              </a:cxn>
              <a:cxn ang="0">
                <a:pos x="10" y="24"/>
              </a:cxn>
              <a:cxn ang="0">
                <a:pos x="8" y="24"/>
              </a:cxn>
              <a:cxn ang="0">
                <a:pos x="8" y="24"/>
              </a:cxn>
              <a:cxn ang="0">
                <a:pos x="6" y="20"/>
              </a:cxn>
              <a:cxn ang="0">
                <a:pos x="0" y="22"/>
              </a:cxn>
              <a:cxn ang="0">
                <a:pos x="0" y="22"/>
              </a:cxn>
              <a:cxn ang="0">
                <a:pos x="2" y="24"/>
              </a:cxn>
              <a:cxn ang="0">
                <a:pos x="4" y="28"/>
              </a:cxn>
              <a:cxn ang="0">
                <a:pos x="4" y="28"/>
              </a:cxn>
              <a:cxn ang="0">
                <a:pos x="6" y="28"/>
              </a:cxn>
              <a:cxn ang="0">
                <a:pos x="10" y="30"/>
              </a:cxn>
              <a:cxn ang="0">
                <a:pos x="10" y="30"/>
              </a:cxn>
              <a:cxn ang="0">
                <a:pos x="14" y="28"/>
              </a:cxn>
              <a:cxn ang="0">
                <a:pos x="16" y="26"/>
              </a:cxn>
              <a:cxn ang="0">
                <a:pos x="16" y="26"/>
              </a:cxn>
              <a:cxn ang="0">
                <a:pos x="18" y="24"/>
              </a:cxn>
              <a:cxn ang="0">
                <a:pos x="20" y="20"/>
              </a:cxn>
              <a:cxn ang="0">
                <a:pos x="20" y="20"/>
              </a:cxn>
              <a:cxn ang="0">
                <a:pos x="18" y="16"/>
              </a:cxn>
              <a:cxn ang="0">
                <a:pos x="18" y="16"/>
              </a:cxn>
              <a:cxn ang="0">
                <a:pos x="14" y="14"/>
              </a:cxn>
              <a:cxn ang="0">
                <a:pos x="14" y="14"/>
              </a:cxn>
            </a:cxnLst>
            <a:rect l="0" t="0" r="r" b="b"/>
            <a:pathLst>
              <a:path w="20" h="30">
                <a:moveTo>
                  <a:pt x="14" y="14"/>
                </a:moveTo>
                <a:lnTo>
                  <a:pt x="14" y="14"/>
                </a:lnTo>
                <a:lnTo>
                  <a:pt x="16" y="10"/>
                </a:lnTo>
                <a:lnTo>
                  <a:pt x="18" y="8"/>
                </a:lnTo>
                <a:lnTo>
                  <a:pt x="18" y="8"/>
                </a:lnTo>
                <a:lnTo>
                  <a:pt x="16" y="2"/>
                </a:lnTo>
                <a:lnTo>
                  <a:pt x="16" y="2"/>
                </a:lnTo>
                <a:lnTo>
                  <a:pt x="14" y="0"/>
                </a:lnTo>
                <a:lnTo>
                  <a:pt x="10" y="0"/>
                </a:lnTo>
                <a:lnTo>
                  <a:pt x="10" y="0"/>
                </a:lnTo>
                <a:lnTo>
                  <a:pt x="6" y="2"/>
                </a:lnTo>
                <a:lnTo>
                  <a:pt x="6" y="2"/>
                </a:lnTo>
                <a:lnTo>
                  <a:pt x="2" y="4"/>
                </a:lnTo>
                <a:lnTo>
                  <a:pt x="2" y="4"/>
                </a:lnTo>
                <a:lnTo>
                  <a:pt x="0" y="8"/>
                </a:lnTo>
                <a:lnTo>
                  <a:pt x="6" y="8"/>
                </a:lnTo>
                <a:lnTo>
                  <a:pt x="6" y="8"/>
                </a:lnTo>
                <a:lnTo>
                  <a:pt x="8" y="6"/>
                </a:lnTo>
                <a:lnTo>
                  <a:pt x="8" y="6"/>
                </a:lnTo>
                <a:lnTo>
                  <a:pt x="10" y="4"/>
                </a:lnTo>
                <a:lnTo>
                  <a:pt x="10" y="4"/>
                </a:lnTo>
                <a:lnTo>
                  <a:pt x="12" y="6"/>
                </a:lnTo>
                <a:lnTo>
                  <a:pt x="12" y="6"/>
                </a:lnTo>
                <a:lnTo>
                  <a:pt x="12" y="8"/>
                </a:lnTo>
                <a:lnTo>
                  <a:pt x="12" y="8"/>
                </a:lnTo>
                <a:lnTo>
                  <a:pt x="12" y="10"/>
                </a:lnTo>
                <a:lnTo>
                  <a:pt x="12" y="10"/>
                </a:lnTo>
                <a:lnTo>
                  <a:pt x="8" y="12"/>
                </a:lnTo>
                <a:lnTo>
                  <a:pt x="8" y="16"/>
                </a:lnTo>
                <a:lnTo>
                  <a:pt x="8" y="16"/>
                </a:lnTo>
                <a:lnTo>
                  <a:pt x="10" y="16"/>
                </a:lnTo>
                <a:lnTo>
                  <a:pt x="10" y="16"/>
                </a:lnTo>
                <a:lnTo>
                  <a:pt x="12" y="16"/>
                </a:lnTo>
                <a:lnTo>
                  <a:pt x="12" y="16"/>
                </a:lnTo>
                <a:lnTo>
                  <a:pt x="14" y="20"/>
                </a:lnTo>
                <a:lnTo>
                  <a:pt x="14" y="20"/>
                </a:lnTo>
                <a:lnTo>
                  <a:pt x="12" y="24"/>
                </a:lnTo>
                <a:lnTo>
                  <a:pt x="12" y="24"/>
                </a:lnTo>
                <a:lnTo>
                  <a:pt x="10" y="24"/>
                </a:lnTo>
                <a:lnTo>
                  <a:pt x="10" y="24"/>
                </a:lnTo>
                <a:lnTo>
                  <a:pt x="8" y="24"/>
                </a:lnTo>
                <a:lnTo>
                  <a:pt x="8" y="24"/>
                </a:lnTo>
                <a:lnTo>
                  <a:pt x="6" y="20"/>
                </a:lnTo>
                <a:lnTo>
                  <a:pt x="0" y="22"/>
                </a:lnTo>
                <a:lnTo>
                  <a:pt x="0" y="22"/>
                </a:lnTo>
                <a:lnTo>
                  <a:pt x="2" y="24"/>
                </a:lnTo>
                <a:lnTo>
                  <a:pt x="4" y="28"/>
                </a:lnTo>
                <a:lnTo>
                  <a:pt x="4" y="28"/>
                </a:lnTo>
                <a:lnTo>
                  <a:pt x="6" y="28"/>
                </a:lnTo>
                <a:lnTo>
                  <a:pt x="10" y="30"/>
                </a:lnTo>
                <a:lnTo>
                  <a:pt x="10" y="30"/>
                </a:lnTo>
                <a:lnTo>
                  <a:pt x="14" y="28"/>
                </a:lnTo>
                <a:lnTo>
                  <a:pt x="16" y="26"/>
                </a:lnTo>
                <a:lnTo>
                  <a:pt x="16" y="26"/>
                </a:lnTo>
                <a:lnTo>
                  <a:pt x="18" y="24"/>
                </a:lnTo>
                <a:lnTo>
                  <a:pt x="20" y="20"/>
                </a:lnTo>
                <a:lnTo>
                  <a:pt x="20" y="20"/>
                </a:lnTo>
                <a:lnTo>
                  <a:pt x="18" y="16"/>
                </a:lnTo>
                <a:lnTo>
                  <a:pt x="18" y="16"/>
                </a:lnTo>
                <a:lnTo>
                  <a:pt x="14" y="14"/>
                </a:lnTo>
                <a:lnTo>
                  <a:pt x="14" y="1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8" name="Freeform 1062"/>
          <p:cNvSpPr>
            <a:spLocks/>
          </p:cNvSpPr>
          <p:nvPr/>
        </p:nvSpPr>
        <p:spPr bwMode="auto">
          <a:xfrm>
            <a:off x="8442828" y="6177184"/>
            <a:ext cx="22630" cy="41488"/>
          </a:xfrm>
          <a:custGeom>
            <a:avLst/>
            <a:gdLst/>
            <a:ahLst/>
            <a:cxnLst>
              <a:cxn ang="0">
                <a:pos x="20" y="20"/>
              </a:cxn>
              <a:cxn ang="0">
                <a:pos x="22" y="16"/>
              </a:cxn>
              <a:cxn ang="0">
                <a:pos x="24" y="12"/>
              </a:cxn>
              <a:cxn ang="0">
                <a:pos x="20" y="4"/>
              </a:cxn>
              <a:cxn ang="0">
                <a:pos x="16" y="2"/>
              </a:cxn>
              <a:cxn ang="0">
                <a:pos x="10" y="0"/>
              </a:cxn>
              <a:cxn ang="0">
                <a:pos x="2" y="2"/>
              </a:cxn>
              <a:cxn ang="0">
                <a:pos x="0" y="6"/>
              </a:cxn>
              <a:cxn ang="0">
                <a:pos x="0" y="14"/>
              </a:cxn>
              <a:cxn ang="0">
                <a:pos x="10" y="10"/>
              </a:cxn>
              <a:cxn ang="0">
                <a:pos x="10" y="8"/>
              </a:cxn>
              <a:cxn ang="0">
                <a:pos x="12" y="6"/>
              </a:cxn>
              <a:cxn ang="0">
                <a:pos x="12" y="8"/>
              </a:cxn>
              <a:cxn ang="0">
                <a:pos x="14" y="10"/>
              </a:cxn>
              <a:cxn ang="0">
                <a:pos x="14" y="12"/>
              </a:cxn>
              <a:cxn ang="0">
                <a:pos x="12" y="16"/>
              </a:cxn>
              <a:cxn ang="0">
                <a:pos x="12" y="18"/>
              </a:cxn>
              <a:cxn ang="0">
                <a:pos x="8" y="24"/>
              </a:cxn>
              <a:cxn ang="0">
                <a:pos x="12" y="24"/>
              </a:cxn>
              <a:cxn ang="0">
                <a:pos x="12" y="26"/>
              </a:cxn>
              <a:cxn ang="0">
                <a:pos x="14" y="28"/>
              </a:cxn>
              <a:cxn ang="0">
                <a:pos x="14" y="32"/>
              </a:cxn>
              <a:cxn ang="0">
                <a:pos x="12" y="36"/>
              </a:cxn>
              <a:cxn ang="0">
                <a:pos x="12" y="38"/>
              </a:cxn>
              <a:cxn ang="0">
                <a:pos x="10" y="36"/>
              </a:cxn>
              <a:cxn ang="0">
                <a:pos x="10" y="26"/>
              </a:cxn>
              <a:cxn ang="0">
                <a:pos x="0" y="30"/>
              </a:cxn>
              <a:cxn ang="0">
                <a:pos x="0" y="38"/>
              </a:cxn>
              <a:cxn ang="0">
                <a:pos x="4" y="42"/>
              </a:cxn>
              <a:cxn ang="0">
                <a:pos x="12" y="44"/>
              </a:cxn>
              <a:cxn ang="0">
                <a:pos x="18" y="42"/>
              </a:cxn>
              <a:cxn ang="0">
                <a:pos x="22" y="38"/>
              </a:cxn>
              <a:cxn ang="0">
                <a:pos x="24" y="30"/>
              </a:cxn>
              <a:cxn ang="0">
                <a:pos x="22" y="22"/>
              </a:cxn>
              <a:cxn ang="0">
                <a:pos x="20" y="20"/>
              </a:cxn>
            </a:cxnLst>
            <a:rect l="0" t="0" r="r" b="b"/>
            <a:pathLst>
              <a:path w="24" h="44">
                <a:moveTo>
                  <a:pt x="20" y="20"/>
                </a:moveTo>
                <a:lnTo>
                  <a:pt x="20" y="20"/>
                </a:lnTo>
                <a:lnTo>
                  <a:pt x="22" y="16"/>
                </a:lnTo>
                <a:lnTo>
                  <a:pt x="22" y="16"/>
                </a:lnTo>
                <a:lnTo>
                  <a:pt x="24" y="12"/>
                </a:lnTo>
                <a:lnTo>
                  <a:pt x="24" y="12"/>
                </a:lnTo>
                <a:lnTo>
                  <a:pt x="22" y="6"/>
                </a:lnTo>
                <a:lnTo>
                  <a:pt x="20" y="4"/>
                </a:lnTo>
                <a:lnTo>
                  <a:pt x="20" y="4"/>
                </a:lnTo>
                <a:lnTo>
                  <a:pt x="16" y="2"/>
                </a:lnTo>
                <a:lnTo>
                  <a:pt x="10" y="0"/>
                </a:lnTo>
                <a:lnTo>
                  <a:pt x="10" y="0"/>
                </a:lnTo>
                <a:lnTo>
                  <a:pt x="6" y="2"/>
                </a:lnTo>
                <a:lnTo>
                  <a:pt x="2" y="2"/>
                </a:lnTo>
                <a:lnTo>
                  <a:pt x="2" y="2"/>
                </a:lnTo>
                <a:lnTo>
                  <a:pt x="0" y="6"/>
                </a:lnTo>
                <a:lnTo>
                  <a:pt x="0" y="10"/>
                </a:lnTo>
                <a:lnTo>
                  <a:pt x="0" y="14"/>
                </a:lnTo>
                <a:lnTo>
                  <a:pt x="10" y="14"/>
                </a:lnTo>
                <a:lnTo>
                  <a:pt x="10" y="10"/>
                </a:lnTo>
                <a:lnTo>
                  <a:pt x="10" y="10"/>
                </a:lnTo>
                <a:lnTo>
                  <a:pt x="10" y="8"/>
                </a:lnTo>
                <a:lnTo>
                  <a:pt x="10" y="8"/>
                </a:lnTo>
                <a:lnTo>
                  <a:pt x="12" y="6"/>
                </a:lnTo>
                <a:lnTo>
                  <a:pt x="12" y="6"/>
                </a:lnTo>
                <a:lnTo>
                  <a:pt x="12" y="8"/>
                </a:lnTo>
                <a:lnTo>
                  <a:pt x="12" y="8"/>
                </a:lnTo>
                <a:lnTo>
                  <a:pt x="14" y="10"/>
                </a:lnTo>
                <a:lnTo>
                  <a:pt x="14" y="12"/>
                </a:lnTo>
                <a:lnTo>
                  <a:pt x="14" y="12"/>
                </a:lnTo>
                <a:lnTo>
                  <a:pt x="12" y="16"/>
                </a:lnTo>
                <a:lnTo>
                  <a:pt x="12" y="16"/>
                </a:lnTo>
                <a:lnTo>
                  <a:pt x="12" y="18"/>
                </a:lnTo>
                <a:lnTo>
                  <a:pt x="12" y="18"/>
                </a:lnTo>
                <a:lnTo>
                  <a:pt x="8" y="18"/>
                </a:lnTo>
                <a:lnTo>
                  <a:pt x="8" y="24"/>
                </a:lnTo>
                <a:lnTo>
                  <a:pt x="8" y="24"/>
                </a:lnTo>
                <a:lnTo>
                  <a:pt x="12" y="24"/>
                </a:lnTo>
                <a:lnTo>
                  <a:pt x="12" y="24"/>
                </a:lnTo>
                <a:lnTo>
                  <a:pt x="12" y="26"/>
                </a:lnTo>
                <a:lnTo>
                  <a:pt x="12" y="26"/>
                </a:lnTo>
                <a:lnTo>
                  <a:pt x="14" y="28"/>
                </a:lnTo>
                <a:lnTo>
                  <a:pt x="14" y="32"/>
                </a:lnTo>
                <a:lnTo>
                  <a:pt x="14" y="32"/>
                </a:lnTo>
                <a:lnTo>
                  <a:pt x="12" y="36"/>
                </a:lnTo>
                <a:lnTo>
                  <a:pt x="12" y="36"/>
                </a:lnTo>
                <a:lnTo>
                  <a:pt x="12" y="38"/>
                </a:lnTo>
                <a:lnTo>
                  <a:pt x="12" y="38"/>
                </a:lnTo>
                <a:lnTo>
                  <a:pt x="10" y="36"/>
                </a:lnTo>
                <a:lnTo>
                  <a:pt x="10" y="36"/>
                </a:lnTo>
                <a:lnTo>
                  <a:pt x="10" y="34"/>
                </a:lnTo>
                <a:lnTo>
                  <a:pt x="10" y="26"/>
                </a:lnTo>
                <a:lnTo>
                  <a:pt x="0" y="26"/>
                </a:lnTo>
                <a:lnTo>
                  <a:pt x="0" y="30"/>
                </a:lnTo>
                <a:lnTo>
                  <a:pt x="0" y="30"/>
                </a:lnTo>
                <a:lnTo>
                  <a:pt x="0" y="38"/>
                </a:lnTo>
                <a:lnTo>
                  <a:pt x="0" y="38"/>
                </a:lnTo>
                <a:lnTo>
                  <a:pt x="4" y="42"/>
                </a:lnTo>
                <a:lnTo>
                  <a:pt x="4" y="42"/>
                </a:lnTo>
                <a:lnTo>
                  <a:pt x="12" y="44"/>
                </a:lnTo>
                <a:lnTo>
                  <a:pt x="12" y="44"/>
                </a:lnTo>
                <a:lnTo>
                  <a:pt x="18" y="42"/>
                </a:lnTo>
                <a:lnTo>
                  <a:pt x="18" y="42"/>
                </a:lnTo>
                <a:lnTo>
                  <a:pt x="22" y="38"/>
                </a:lnTo>
                <a:lnTo>
                  <a:pt x="22" y="38"/>
                </a:lnTo>
                <a:lnTo>
                  <a:pt x="24" y="30"/>
                </a:lnTo>
                <a:lnTo>
                  <a:pt x="24" y="30"/>
                </a:lnTo>
                <a:lnTo>
                  <a:pt x="22" y="22"/>
                </a:lnTo>
                <a:lnTo>
                  <a:pt x="22" y="22"/>
                </a:lnTo>
                <a:lnTo>
                  <a:pt x="20" y="20"/>
                </a:lnTo>
                <a:lnTo>
                  <a:pt x="20" y="2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09" name="Freeform 1063"/>
          <p:cNvSpPr>
            <a:spLocks/>
          </p:cNvSpPr>
          <p:nvPr/>
        </p:nvSpPr>
        <p:spPr bwMode="auto">
          <a:xfrm>
            <a:off x="8529576" y="6179070"/>
            <a:ext cx="56574" cy="41488"/>
          </a:xfrm>
          <a:custGeom>
            <a:avLst/>
            <a:gdLst/>
            <a:ahLst/>
            <a:cxnLst>
              <a:cxn ang="0">
                <a:pos x="0" y="44"/>
              </a:cxn>
              <a:cxn ang="0">
                <a:pos x="12" y="44"/>
              </a:cxn>
              <a:cxn ang="0">
                <a:pos x="12" y="24"/>
              </a:cxn>
              <a:cxn ang="0">
                <a:pos x="24" y="24"/>
              </a:cxn>
              <a:cxn ang="0">
                <a:pos x="24" y="44"/>
              </a:cxn>
              <a:cxn ang="0">
                <a:pos x="24" y="44"/>
              </a:cxn>
              <a:cxn ang="0">
                <a:pos x="36" y="44"/>
              </a:cxn>
              <a:cxn ang="0">
                <a:pos x="36" y="24"/>
              </a:cxn>
              <a:cxn ang="0">
                <a:pos x="46" y="24"/>
              </a:cxn>
              <a:cxn ang="0">
                <a:pos x="46" y="44"/>
              </a:cxn>
              <a:cxn ang="0">
                <a:pos x="46" y="44"/>
              </a:cxn>
              <a:cxn ang="0">
                <a:pos x="60" y="44"/>
              </a:cxn>
              <a:cxn ang="0">
                <a:pos x="60" y="0"/>
              </a:cxn>
              <a:cxn ang="0">
                <a:pos x="60" y="0"/>
              </a:cxn>
              <a:cxn ang="0">
                <a:pos x="0" y="2"/>
              </a:cxn>
              <a:cxn ang="0">
                <a:pos x="0" y="44"/>
              </a:cxn>
            </a:cxnLst>
            <a:rect l="0" t="0" r="r" b="b"/>
            <a:pathLst>
              <a:path w="60" h="44">
                <a:moveTo>
                  <a:pt x="0" y="44"/>
                </a:moveTo>
                <a:lnTo>
                  <a:pt x="12" y="44"/>
                </a:lnTo>
                <a:lnTo>
                  <a:pt x="12" y="24"/>
                </a:lnTo>
                <a:lnTo>
                  <a:pt x="24" y="24"/>
                </a:lnTo>
                <a:lnTo>
                  <a:pt x="24" y="44"/>
                </a:lnTo>
                <a:lnTo>
                  <a:pt x="24" y="44"/>
                </a:lnTo>
                <a:lnTo>
                  <a:pt x="36" y="44"/>
                </a:lnTo>
                <a:lnTo>
                  <a:pt x="36" y="24"/>
                </a:lnTo>
                <a:lnTo>
                  <a:pt x="46" y="24"/>
                </a:lnTo>
                <a:lnTo>
                  <a:pt x="46" y="44"/>
                </a:lnTo>
                <a:lnTo>
                  <a:pt x="46" y="44"/>
                </a:lnTo>
                <a:lnTo>
                  <a:pt x="60" y="44"/>
                </a:lnTo>
                <a:lnTo>
                  <a:pt x="60" y="0"/>
                </a:lnTo>
                <a:lnTo>
                  <a:pt x="60" y="0"/>
                </a:lnTo>
                <a:lnTo>
                  <a:pt x="0" y="2"/>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0" name="Freeform 1064"/>
          <p:cNvSpPr>
            <a:spLocks/>
          </p:cNvSpPr>
          <p:nvPr/>
        </p:nvSpPr>
        <p:spPr bwMode="auto">
          <a:xfrm>
            <a:off x="8595579"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1" name="Freeform 1065"/>
          <p:cNvSpPr>
            <a:spLocks/>
          </p:cNvSpPr>
          <p:nvPr/>
        </p:nvSpPr>
        <p:spPr bwMode="auto">
          <a:xfrm>
            <a:off x="8618209" y="6179070"/>
            <a:ext cx="33945" cy="41488"/>
          </a:xfrm>
          <a:custGeom>
            <a:avLst/>
            <a:gdLst/>
            <a:ahLst/>
            <a:cxnLst>
              <a:cxn ang="0">
                <a:pos x="22" y="24"/>
              </a:cxn>
              <a:cxn ang="0">
                <a:pos x="12" y="24"/>
              </a:cxn>
              <a:cxn ang="0">
                <a:pos x="12" y="0"/>
              </a:cxn>
              <a:cxn ang="0">
                <a:pos x="12" y="0"/>
              </a:cxn>
              <a:cxn ang="0">
                <a:pos x="0" y="0"/>
              </a:cxn>
              <a:cxn ang="0">
                <a:pos x="0" y="44"/>
              </a:cxn>
              <a:cxn ang="0">
                <a:pos x="36" y="44"/>
              </a:cxn>
              <a:cxn ang="0">
                <a:pos x="36" y="0"/>
              </a:cxn>
              <a:cxn ang="0">
                <a:pos x="36" y="0"/>
              </a:cxn>
              <a:cxn ang="0">
                <a:pos x="22" y="0"/>
              </a:cxn>
              <a:cxn ang="0">
                <a:pos x="22" y="24"/>
              </a:cxn>
            </a:cxnLst>
            <a:rect l="0" t="0" r="r" b="b"/>
            <a:pathLst>
              <a:path w="36" h="44">
                <a:moveTo>
                  <a:pt x="22" y="24"/>
                </a:moveTo>
                <a:lnTo>
                  <a:pt x="12" y="24"/>
                </a:lnTo>
                <a:lnTo>
                  <a:pt x="12" y="0"/>
                </a:lnTo>
                <a:lnTo>
                  <a:pt x="12" y="0"/>
                </a:lnTo>
                <a:lnTo>
                  <a:pt x="0" y="0"/>
                </a:lnTo>
                <a:lnTo>
                  <a:pt x="0" y="44"/>
                </a:lnTo>
                <a:lnTo>
                  <a:pt x="36" y="44"/>
                </a:lnTo>
                <a:lnTo>
                  <a:pt x="36" y="0"/>
                </a:lnTo>
                <a:lnTo>
                  <a:pt x="36" y="0"/>
                </a:lnTo>
                <a:lnTo>
                  <a:pt x="22" y="0"/>
                </a:lnTo>
                <a:lnTo>
                  <a:pt x="22"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2" name="Freeform 1066"/>
          <p:cNvSpPr>
            <a:spLocks/>
          </p:cNvSpPr>
          <p:nvPr/>
        </p:nvSpPr>
        <p:spPr bwMode="auto">
          <a:xfrm>
            <a:off x="8661583"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3" name="Freeform 1067"/>
          <p:cNvSpPr>
            <a:spLocks/>
          </p:cNvSpPr>
          <p:nvPr/>
        </p:nvSpPr>
        <p:spPr bwMode="auto">
          <a:xfrm>
            <a:off x="8695527" y="6179070"/>
            <a:ext cx="43374" cy="41488"/>
          </a:xfrm>
          <a:custGeom>
            <a:avLst/>
            <a:gdLst/>
            <a:ahLst/>
            <a:cxnLst>
              <a:cxn ang="0">
                <a:pos x="34" y="24"/>
              </a:cxn>
              <a:cxn ang="0">
                <a:pos x="24" y="24"/>
              </a:cxn>
              <a:cxn ang="0">
                <a:pos x="24" y="24"/>
              </a:cxn>
              <a:cxn ang="0">
                <a:pos x="24" y="0"/>
              </a:cxn>
              <a:cxn ang="0">
                <a:pos x="24" y="0"/>
              </a:cxn>
              <a:cxn ang="0">
                <a:pos x="10" y="0"/>
              </a:cxn>
              <a:cxn ang="0">
                <a:pos x="10" y="0"/>
              </a:cxn>
              <a:cxn ang="0">
                <a:pos x="10" y="24"/>
              </a:cxn>
              <a:cxn ang="0">
                <a:pos x="0" y="24"/>
              </a:cxn>
              <a:cxn ang="0">
                <a:pos x="0" y="24"/>
              </a:cxn>
              <a:cxn ang="0">
                <a:pos x="0" y="44"/>
              </a:cxn>
              <a:cxn ang="0">
                <a:pos x="0" y="44"/>
              </a:cxn>
              <a:cxn ang="0">
                <a:pos x="12" y="44"/>
              </a:cxn>
              <a:cxn ang="0">
                <a:pos x="12" y="44"/>
              </a:cxn>
              <a:cxn ang="0">
                <a:pos x="12" y="24"/>
              </a:cxn>
              <a:cxn ang="0">
                <a:pos x="22" y="24"/>
              </a:cxn>
              <a:cxn ang="0">
                <a:pos x="22" y="24"/>
              </a:cxn>
              <a:cxn ang="0">
                <a:pos x="22" y="44"/>
              </a:cxn>
              <a:cxn ang="0">
                <a:pos x="22" y="44"/>
              </a:cxn>
              <a:cxn ang="0">
                <a:pos x="34" y="44"/>
              </a:cxn>
              <a:cxn ang="0">
                <a:pos x="34" y="44"/>
              </a:cxn>
              <a:cxn ang="0">
                <a:pos x="34" y="24"/>
              </a:cxn>
              <a:cxn ang="0">
                <a:pos x="46" y="24"/>
              </a:cxn>
              <a:cxn ang="0">
                <a:pos x="46" y="24"/>
              </a:cxn>
              <a:cxn ang="0">
                <a:pos x="46" y="0"/>
              </a:cxn>
              <a:cxn ang="0">
                <a:pos x="46" y="0"/>
              </a:cxn>
              <a:cxn ang="0">
                <a:pos x="34" y="0"/>
              </a:cxn>
              <a:cxn ang="0">
                <a:pos x="34" y="0"/>
              </a:cxn>
              <a:cxn ang="0">
                <a:pos x="34" y="24"/>
              </a:cxn>
              <a:cxn ang="0">
                <a:pos x="34" y="24"/>
              </a:cxn>
            </a:cxnLst>
            <a:rect l="0" t="0" r="r" b="b"/>
            <a:pathLst>
              <a:path w="46" h="44">
                <a:moveTo>
                  <a:pt x="34" y="24"/>
                </a:moveTo>
                <a:lnTo>
                  <a:pt x="24" y="24"/>
                </a:lnTo>
                <a:lnTo>
                  <a:pt x="24" y="24"/>
                </a:lnTo>
                <a:lnTo>
                  <a:pt x="24" y="0"/>
                </a:lnTo>
                <a:lnTo>
                  <a:pt x="24" y="0"/>
                </a:lnTo>
                <a:lnTo>
                  <a:pt x="10" y="0"/>
                </a:lnTo>
                <a:lnTo>
                  <a:pt x="10" y="0"/>
                </a:lnTo>
                <a:lnTo>
                  <a:pt x="10" y="24"/>
                </a:lnTo>
                <a:lnTo>
                  <a:pt x="0" y="24"/>
                </a:lnTo>
                <a:lnTo>
                  <a:pt x="0" y="24"/>
                </a:lnTo>
                <a:lnTo>
                  <a:pt x="0" y="44"/>
                </a:lnTo>
                <a:lnTo>
                  <a:pt x="0" y="44"/>
                </a:lnTo>
                <a:lnTo>
                  <a:pt x="12" y="44"/>
                </a:lnTo>
                <a:lnTo>
                  <a:pt x="12" y="44"/>
                </a:lnTo>
                <a:lnTo>
                  <a:pt x="12" y="24"/>
                </a:lnTo>
                <a:lnTo>
                  <a:pt x="22" y="24"/>
                </a:lnTo>
                <a:lnTo>
                  <a:pt x="22" y="24"/>
                </a:lnTo>
                <a:lnTo>
                  <a:pt x="22" y="44"/>
                </a:lnTo>
                <a:lnTo>
                  <a:pt x="22" y="44"/>
                </a:lnTo>
                <a:lnTo>
                  <a:pt x="34" y="44"/>
                </a:lnTo>
                <a:lnTo>
                  <a:pt x="34" y="44"/>
                </a:lnTo>
                <a:lnTo>
                  <a:pt x="34" y="24"/>
                </a:lnTo>
                <a:lnTo>
                  <a:pt x="46" y="24"/>
                </a:lnTo>
                <a:lnTo>
                  <a:pt x="46" y="24"/>
                </a:lnTo>
                <a:lnTo>
                  <a:pt x="46" y="0"/>
                </a:lnTo>
                <a:lnTo>
                  <a:pt x="46" y="0"/>
                </a:lnTo>
                <a:lnTo>
                  <a:pt x="34" y="0"/>
                </a:lnTo>
                <a:lnTo>
                  <a:pt x="34" y="0"/>
                </a:lnTo>
                <a:lnTo>
                  <a:pt x="34" y="24"/>
                </a:lnTo>
                <a:lnTo>
                  <a:pt x="34"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4" name="Freeform 1068"/>
          <p:cNvSpPr>
            <a:spLocks/>
          </p:cNvSpPr>
          <p:nvPr/>
        </p:nvSpPr>
        <p:spPr bwMode="auto">
          <a:xfrm>
            <a:off x="8684212" y="6179070"/>
            <a:ext cx="11315" cy="22630"/>
          </a:xfrm>
          <a:custGeom>
            <a:avLst/>
            <a:gdLst/>
            <a:ahLst/>
            <a:cxnLst>
              <a:cxn ang="0">
                <a:pos x="12" y="0"/>
              </a:cxn>
              <a:cxn ang="0">
                <a:pos x="12" y="0"/>
              </a:cxn>
              <a:cxn ang="0">
                <a:pos x="0" y="0"/>
              </a:cxn>
              <a:cxn ang="0">
                <a:pos x="0" y="0"/>
              </a:cxn>
              <a:cxn ang="0">
                <a:pos x="0" y="24"/>
              </a:cxn>
              <a:cxn ang="0">
                <a:pos x="0" y="24"/>
              </a:cxn>
              <a:cxn ang="0">
                <a:pos x="12" y="24"/>
              </a:cxn>
              <a:cxn ang="0">
                <a:pos x="12" y="24"/>
              </a:cxn>
              <a:cxn ang="0">
                <a:pos x="12" y="0"/>
              </a:cxn>
              <a:cxn ang="0">
                <a:pos x="12" y="0"/>
              </a:cxn>
            </a:cxnLst>
            <a:rect l="0" t="0" r="r" b="b"/>
            <a:pathLst>
              <a:path w="12" h="24">
                <a:moveTo>
                  <a:pt x="12" y="0"/>
                </a:moveTo>
                <a:lnTo>
                  <a:pt x="12" y="0"/>
                </a:lnTo>
                <a:lnTo>
                  <a:pt x="0" y="0"/>
                </a:lnTo>
                <a:lnTo>
                  <a:pt x="0" y="0"/>
                </a:lnTo>
                <a:lnTo>
                  <a:pt x="0" y="24"/>
                </a:lnTo>
                <a:lnTo>
                  <a:pt x="0" y="24"/>
                </a:lnTo>
                <a:lnTo>
                  <a:pt x="12" y="24"/>
                </a:lnTo>
                <a:lnTo>
                  <a:pt x="12" y="24"/>
                </a:lnTo>
                <a:lnTo>
                  <a:pt x="12" y="0"/>
                </a:lnTo>
                <a:lnTo>
                  <a:pt x="12" y="0"/>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5" name="Freeform 1069"/>
          <p:cNvSpPr>
            <a:spLocks/>
          </p:cNvSpPr>
          <p:nvPr/>
        </p:nvSpPr>
        <p:spPr bwMode="auto">
          <a:xfrm>
            <a:off x="8750216" y="6179070"/>
            <a:ext cx="11315" cy="22630"/>
          </a:xfrm>
          <a:custGeom>
            <a:avLst/>
            <a:gdLst/>
            <a:ahLst/>
            <a:cxnLst>
              <a:cxn ang="0">
                <a:pos x="0" y="24"/>
              </a:cxn>
              <a:cxn ang="0">
                <a:pos x="0" y="24"/>
              </a:cxn>
              <a:cxn ang="0">
                <a:pos x="12" y="24"/>
              </a:cxn>
              <a:cxn ang="0">
                <a:pos x="12" y="24"/>
              </a:cxn>
              <a:cxn ang="0">
                <a:pos x="12" y="0"/>
              </a:cxn>
              <a:cxn ang="0">
                <a:pos x="12" y="0"/>
              </a:cxn>
              <a:cxn ang="0">
                <a:pos x="0" y="0"/>
              </a:cxn>
              <a:cxn ang="0">
                <a:pos x="0" y="0"/>
              </a:cxn>
              <a:cxn ang="0">
                <a:pos x="0" y="24"/>
              </a:cxn>
              <a:cxn ang="0">
                <a:pos x="0" y="24"/>
              </a:cxn>
            </a:cxnLst>
            <a:rect l="0" t="0" r="r" b="b"/>
            <a:pathLst>
              <a:path w="12" h="24">
                <a:moveTo>
                  <a:pt x="0" y="24"/>
                </a:moveTo>
                <a:lnTo>
                  <a:pt x="0" y="24"/>
                </a:lnTo>
                <a:lnTo>
                  <a:pt x="12" y="24"/>
                </a:lnTo>
                <a:lnTo>
                  <a:pt x="12" y="24"/>
                </a:lnTo>
                <a:lnTo>
                  <a:pt x="12" y="0"/>
                </a:lnTo>
                <a:lnTo>
                  <a:pt x="12" y="0"/>
                </a:lnTo>
                <a:lnTo>
                  <a:pt x="0" y="0"/>
                </a:lnTo>
                <a:lnTo>
                  <a:pt x="0" y="0"/>
                </a:lnTo>
                <a:lnTo>
                  <a:pt x="0" y="24"/>
                </a:lnTo>
                <a:lnTo>
                  <a:pt x="0" y="2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6" name="Freeform 1070"/>
          <p:cNvSpPr>
            <a:spLocks/>
          </p:cNvSpPr>
          <p:nvPr/>
        </p:nvSpPr>
        <p:spPr bwMode="auto">
          <a:xfrm>
            <a:off x="8770960"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7" name="Freeform 1071"/>
          <p:cNvSpPr>
            <a:spLocks/>
          </p:cNvSpPr>
          <p:nvPr/>
        </p:nvSpPr>
        <p:spPr bwMode="auto">
          <a:xfrm>
            <a:off x="8793590"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8" name="Freeform 1072"/>
          <p:cNvSpPr>
            <a:spLocks/>
          </p:cNvSpPr>
          <p:nvPr/>
        </p:nvSpPr>
        <p:spPr bwMode="auto">
          <a:xfrm>
            <a:off x="8816220" y="6179070"/>
            <a:ext cx="11315" cy="41488"/>
          </a:xfrm>
          <a:custGeom>
            <a:avLst/>
            <a:gdLst/>
            <a:ahLst/>
            <a:cxnLst>
              <a:cxn ang="0">
                <a:pos x="0" y="44"/>
              </a:cxn>
              <a:cxn ang="0">
                <a:pos x="0" y="44"/>
              </a:cxn>
              <a:cxn ang="0">
                <a:pos x="12" y="44"/>
              </a:cxn>
              <a:cxn ang="0">
                <a:pos x="12" y="44"/>
              </a:cxn>
              <a:cxn ang="0">
                <a:pos x="12" y="0"/>
              </a:cxn>
              <a:cxn ang="0">
                <a:pos x="12" y="0"/>
              </a:cxn>
              <a:cxn ang="0">
                <a:pos x="0" y="0"/>
              </a:cxn>
              <a:cxn ang="0">
                <a:pos x="0" y="0"/>
              </a:cxn>
              <a:cxn ang="0">
                <a:pos x="0" y="44"/>
              </a:cxn>
              <a:cxn ang="0">
                <a:pos x="0" y="44"/>
              </a:cxn>
            </a:cxnLst>
            <a:rect l="0" t="0" r="r" b="b"/>
            <a:pathLst>
              <a:path w="12" h="44">
                <a:moveTo>
                  <a:pt x="0" y="44"/>
                </a:moveTo>
                <a:lnTo>
                  <a:pt x="0" y="44"/>
                </a:lnTo>
                <a:lnTo>
                  <a:pt x="12" y="44"/>
                </a:lnTo>
                <a:lnTo>
                  <a:pt x="12" y="44"/>
                </a:lnTo>
                <a:lnTo>
                  <a:pt x="12" y="0"/>
                </a:lnTo>
                <a:lnTo>
                  <a:pt x="12" y="0"/>
                </a:lnTo>
                <a:lnTo>
                  <a:pt x="0" y="0"/>
                </a:lnTo>
                <a:lnTo>
                  <a:pt x="0" y="0"/>
                </a:lnTo>
                <a:lnTo>
                  <a:pt x="0" y="44"/>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19" name="Freeform 1073"/>
          <p:cNvSpPr>
            <a:spLocks/>
          </p:cNvSpPr>
          <p:nvPr/>
        </p:nvSpPr>
        <p:spPr bwMode="auto">
          <a:xfrm>
            <a:off x="8836964" y="6179070"/>
            <a:ext cx="33945" cy="41488"/>
          </a:xfrm>
          <a:custGeom>
            <a:avLst/>
            <a:gdLst/>
            <a:ahLst/>
            <a:cxnLst>
              <a:cxn ang="0">
                <a:pos x="0" y="44"/>
              </a:cxn>
              <a:cxn ang="0">
                <a:pos x="0" y="44"/>
              </a:cxn>
              <a:cxn ang="0">
                <a:pos x="12" y="44"/>
              </a:cxn>
              <a:cxn ang="0">
                <a:pos x="12" y="24"/>
              </a:cxn>
              <a:cxn ang="0">
                <a:pos x="24" y="24"/>
              </a:cxn>
              <a:cxn ang="0">
                <a:pos x="24" y="42"/>
              </a:cxn>
              <a:cxn ang="0">
                <a:pos x="36" y="42"/>
              </a:cxn>
              <a:cxn ang="0">
                <a:pos x="36" y="0"/>
              </a:cxn>
              <a:cxn ang="0">
                <a:pos x="36" y="0"/>
              </a:cxn>
              <a:cxn ang="0">
                <a:pos x="0" y="0"/>
              </a:cxn>
              <a:cxn ang="0">
                <a:pos x="0" y="44"/>
              </a:cxn>
            </a:cxnLst>
            <a:rect l="0" t="0" r="r" b="b"/>
            <a:pathLst>
              <a:path w="36" h="44">
                <a:moveTo>
                  <a:pt x="0" y="44"/>
                </a:moveTo>
                <a:lnTo>
                  <a:pt x="0" y="44"/>
                </a:lnTo>
                <a:lnTo>
                  <a:pt x="12" y="44"/>
                </a:lnTo>
                <a:lnTo>
                  <a:pt x="12" y="24"/>
                </a:lnTo>
                <a:lnTo>
                  <a:pt x="24" y="24"/>
                </a:lnTo>
                <a:lnTo>
                  <a:pt x="24" y="42"/>
                </a:lnTo>
                <a:lnTo>
                  <a:pt x="36" y="42"/>
                </a:lnTo>
                <a:lnTo>
                  <a:pt x="36" y="0"/>
                </a:lnTo>
                <a:lnTo>
                  <a:pt x="36" y="0"/>
                </a:lnTo>
                <a:lnTo>
                  <a:pt x="0" y="0"/>
                </a:lnTo>
                <a:lnTo>
                  <a:pt x="0" y="44"/>
                </a:lnTo>
                <a:close/>
              </a:path>
            </a:pathLst>
          </a:custGeom>
          <a:solidFill>
            <a:srgbClr val="FFFFFF"/>
          </a:solidFill>
          <a:ln w="9525">
            <a:noFill/>
            <a:round/>
            <a:headEnd/>
            <a:tailEnd/>
          </a:ln>
        </p:spPr>
        <p:txBody>
          <a:bodyPr/>
          <a:lstStyle/>
          <a:p>
            <a:pPr>
              <a:defRPr/>
            </a:pPr>
            <a:endParaRPr lang="da-DK">
              <a:ea typeface="ＭＳ Ｐゴシック" pitchFamily="-97" charset="-128"/>
            </a:endParaRPr>
          </a:p>
        </p:txBody>
      </p:sp>
      <p:sp>
        <p:nvSpPr>
          <p:cNvPr id="420" name="Freeform 1075"/>
          <p:cNvSpPr>
            <a:spLocks/>
          </p:cNvSpPr>
          <p:nvPr/>
        </p:nvSpPr>
        <p:spPr bwMode="auto">
          <a:xfrm>
            <a:off x="8493745" y="5038151"/>
            <a:ext cx="1436992" cy="98251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solidFill>
            <a:schemeClr val="bg1">
              <a:lumMod val="95000"/>
            </a:schemeClr>
          </a:solidFill>
          <a:ln w="9525">
            <a:noFill/>
            <a:round/>
            <a:headEnd/>
            <a:tailEnd/>
          </a:ln>
        </p:spPr>
        <p:txBody>
          <a:bodyPr/>
          <a:lstStyle/>
          <a:p>
            <a:pPr>
              <a:defRPr/>
            </a:pPr>
            <a:endParaRPr lang="da-DK">
              <a:ea typeface="ＭＳ Ｐゴシック" pitchFamily="-97" charset="-128"/>
            </a:endParaRPr>
          </a:p>
        </p:txBody>
      </p:sp>
      <p:sp>
        <p:nvSpPr>
          <p:cNvPr id="422" name="Rektangel 298"/>
          <p:cNvSpPr>
            <a:spLocks noChangeArrowheads="1"/>
          </p:cNvSpPr>
          <p:nvPr userDrawn="1"/>
        </p:nvSpPr>
        <p:spPr bwMode="auto">
          <a:xfrm>
            <a:off x="4135034" y="2728910"/>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423" name="Rektangel 298"/>
          <p:cNvSpPr>
            <a:spLocks noChangeArrowheads="1"/>
          </p:cNvSpPr>
          <p:nvPr userDrawn="1"/>
        </p:nvSpPr>
        <p:spPr bwMode="auto">
          <a:xfrm>
            <a:off x="1468156" y="2728910"/>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424" name="Rektangel 298"/>
          <p:cNvSpPr>
            <a:spLocks noChangeArrowheads="1"/>
          </p:cNvSpPr>
          <p:nvPr userDrawn="1"/>
        </p:nvSpPr>
        <p:spPr bwMode="auto">
          <a:xfrm>
            <a:off x="2877226" y="4213223"/>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425" name="Rektangel 298"/>
          <p:cNvSpPr>
            <a:spLocks noChangeArrowheads="1"/>
          </p:cNvSpPr>
          <p:nvPr userDrawn="1"/>
        </p:nvSpPr>
        <p:spPr bwMode="auto">
          <a:xfrm>
            <a:off x="5699183" y="4213223"/>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426" name="Rektangel 298"/>
          <p:cNvSpPr>
            <a:spLocks noChangeArrowheads="1"/>
          </p:cNvSpPr>
          <p:nvPr userDrawn="1"/>
        </p:nvSpPr>
        <p:spPr bwMode="auto">
          <a:xfrm>
            <a:off x="8423253" y="4213223"/>
            <a:ext cx="1577975" cy="536575"/>
          </a:xfrm>
          <a:prstGeom prst="rect">
            <a:avLst/>
          </a:prstGeom>
          <a:solidFill>
            <a:schemeClr val="bg1">
              <a:lumMod val="85000"/>
            </a:schemeClr>
          </a:solidFill>
          <a:ln w="9525">
            <a:noFill/>
            <a:miter lim="800000"/>
            <a:headEnd/>
            <a:tailEnd/>
          </a:ln>
          <a:effectLst/>
        </p:spPr>
        <p:txBody>
          <a:bodyPr anchor="ctr"/>
          <a:lstStyle/>
          <a:p>
            <a:pPr defTabSz="801688">
              <a:spcBef>
                <a:spcPct val="20000"/>
              </a:spcBef>
            </a:pPr>
            <a:endParaRPr lang="en-US" sz="1000" noProof="1">
              <a:solidFill>
                <a:schemeClr val="accent5"/>
              </a:solidFill>
              <a:cs typeface="Arial" charset="0"/>
            </a:endParaRPr>
          </a:p>
        </p:txBody>
      </p:sp>
      <p:sp>
        <p:nvSpPr>
          <p:cNvPr id="3" name="Text Placeholder 2"/>
          <p:cNvSpPr>
            <a:spLocks noGrp="1"/>
          </p:cNvSpPr>
          <p:nvPr userDrawn="1">
            <p:ph type="body" sz="quarter" idx="12" hasCustomPrompt="1"/>
          </p:nvPr>
        </p:nvSpPr>
        <p:spPr>
          <a:xfrm>
            <a:off x="1521217"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January</a:t>
            </a:r>
          </a:p>
        </p:txBody>
      </p:sp>
      <p:sp>
        <p:nvSpPr>
          <p:cNvPr id="427" name="Text Placeholder 2"/>
          <p:cNvSpPr>
            <a:spLocks noGrp="1"/>
          </p:cNvSpPr>
          <p:nvPr userDrawn="1">
            <p:ph type="body" sz="quarter" idx="13" hasCustomPrompt="1"/>
          </p:nvPr>
        </p:nvSpPr>
        <p:spPr>
          <a:xfrm>
            <a:off x="2921038"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February</a:t>
            </a:r>
          </a:p>
        </p:txBody>
      </p:sp>
      <p:sp>
        <p:nvSpPr>
          <p:cNvPr id="428" name="Text Placeholder 2"/>
          <p:cNvSpPr>
            <a:spLocks noGrp="1"/>
          </p:cNvSpPr>
          <p:nvPr userDrawn="1">
            <p:ph type="body" sz="quarter" idx="14" hasCustomPrompt="1"/>
          </p:nvPr>
        </p:nvSpPr>
        <p:spPr>
          <a:xfrm>
            <a:off x="4358952"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March</a:t>
            </a:r>
          </a:p>
        </p:txBody>
      </p:sp>
      <p:sp>
        <p:nvSpPr>
          <p:cNvPr id="429" name="Text Placeholder 2"/>
          <p:cNvSpPr>
            <a:spLocks noGrp="1"/>
          </p:cNvSpPr>
          <p:nvPr userDrawn="1">
            <p:ph type="body" sz="quarter" idx="15" hasCustomPrompt="1"/>
          </p:nvPr>
        </p:nvSpPr>
        <p:spPr>
          <a:xfrm>
            <a:off x="5760743"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April</a:t>
            </a:r>
          </a:p>
        </p:txBody>
      </p:sp>
      <p:sp>
        <p:nvSpPr>
          <p:cNvPr id="430" name="Text Placeholder 2"/>
          <p:cNvSpPr>
            <a:spLocks noGrp="1"/>
          </p:cNvSpPr>
          <p:nvPr userDrawn="1">
            <p:ph type="body" sz="quarter" idx="16" hasCustomPrompt="1"/>
          </p:nvPr>
        </p:nvSpPr>
        <p:spPr>
          <a:xfrm>
            <a:off x="7189268"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May</a:t>
            </a:r>
          </a:p>
        </p:txBody>
      </p:sp>
      <p:sp>
        <p:nvSpPr>
          <p:cNvPr id="431" name="Text Placeholder 2"/>
          <p:cNvSpPr>
            <a:spLocks noGrp="1"/>
          </p:cNvSpPr>
          <p:nvPr userDrawn="1">
            <p:ph type="body" sz="quarter" idx="17" hasCustomPrompt="1"/>
          </p:nvPr>
        </p:nvSpPr>
        <p:spPr>
          <a:xfrm>
            <a:off x="8607971" y="3540125"/>
            <a:ext cx="1396882" cy="361949"/>
          </a:xfrm>
        </p:spPr>
        <p:txBody>
          <a:bodyPr anchor="ctr">
            <a:noAutofit/>
          </a:bodyPr>
          <a:lstStyle>
            <a:lvl1pPr marL="0" indent="0">
              <a:buNone/>
              <a:defRPr sz="1600" b="1">
                <a:solidFill>
                  <a:schemeClr val="bg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June</a:t>
            </a:r>
          </a:p>
        </p:txBody>
      </p:sp>
      <p:sp>
        <p:nvSpPr>
          <p:cNvPr id="4" name="Picture Placeholder 3"/>
          <p:cNvSpPr>
            <a:spLocks noGrp="1"/>
          </p:cNvSpPr>
          <p:nvPr>
            <p:ph type="pic" sz="quarter" idx="18"/>
          </p:nvPr>
        </p:nvSpPr>
        <p:spPr>
          <a:xfrm>
            <a:off x="1537775" y="1404978"/>
            <a:ext cx="1444442" cy="982510"/>
          </a:xfrm>
        </p:spPr>
        <p:txBody>
          <a:bodyPr anchor="ctr">
            <a:normAutofit/>
          </a:bodyPr>
          <a:lstStyle>
            <a:lvl1pPr marL="0" indent="0" algn="l">
              <a:buNone/>
              <a:defRPr sz="1400"/>
            </a:lvl1pPr>
          </a:lstStyle>
          <a:p>
            <a:endParaRPr lang="en-US" dirty="0"/>
          </a:p>
        </p:txBody>
      </p:sp>
      <p:sp>
        <p:nvSpPr>
          <p:cNvPr id="421" name="Picture Placeholder 3"/>
          <p:cNvSpPr>
            <a:spLocks noGrp="1"/>
          </p:cNvSpPr>
          <p:nvPr>
            <p:ph type="pic" sz="quarter" idx="19"/>
          </p:nvPr>
        </p:nvSpPr>
        <p:spPr>
          <a:xfrm>
            <a:off x="4204772" y="1404978"/>
            <a:ext cx="1436992" cy="982510"/>
          </a:xfrm>
        </p:spPr>
        <p:txBody>
          <a:bodyPr anchor="ctr">
            <a:normAutofit/>
          </a:bodyPr>
          <a:lstStyle>
            <a:lvl1pPr marL="0" indent="0" algn="l">
              <a:buNone/>
              <a:defRPr sz="1400"/>
            </a:lvl1pPr>
          </a:lstStyle>
          <a:p>
            <a:endParaRPr lang="en-US" dirty="0"/>
          </a:p>
        </p:txBody>
      </p:sp>
      <p:sp>
        <p:nvSpPr>
          <p:cNvPr id="432" name="Picture Placeholder 3"/>
          <p:cNvSpPr>
            <a:spLocks noGrp="1"/>
          </p:cNvSpPr>
          <p:nvPr>
            <p:ph type="pic" sz="quarter" idx="20"/>
          </p:nvPr>
        </p:nvSpPr>
        <p:spPr>
          <a:xfrm>
            <a:off x="6980655" y="1404978"/>
            <a:ext cx="1437806" cy="971619"/>
          </a:xfrm>
        </p:spPr>
        <p:txBody>
          <a:bodyPr anchor="ctr">
            <a:normAutofit/>
          </a:bodyPr>
          <a:lstStyle>
            <a:lvl1pPr marL="0" indent="0" algn="l">
              <a:buNone/>
              <a:defRPr sz="1400"/>
            </a:lvl1pPr>
          </a:lstStyle>
          <a:p>
            <a:endParaRPr lang="en-US" dirty="0"/>
          </a:p>
        </p:txBody>
      </p:sp>
      <p:sp>
        <p:nvSpPr>
          <p:cNvPr id="433" name="Picture Placeholder 3"/>
          <p:cNvSpPr>
            <a:spLocks noGrp="1"/>
          </p:cNvSpPr>
          <p:nvPr>
            <p:ph type="pic" sz="quarter" idx="21"/>
          </p:nvPr>
        </p:nvSpPr>
        <p:spPr>
          <a:xfrm>
            <a:off x="2944455" y="5049042"/>
            <a:ext cx="1437806" cy="971619"/>
          </a:xfrm>
        </p:spPr>
        <p:txBody>
          <a:bodyPr anchor="ctr">
            <a:normAutofit/>
          </a:bodyPr>
          <a:lstStyle>
            <a:lvl1pPr marL="0" indent="0" algn="l">
              <a:buNone/>
              <a:defRPr sz="1400"/>
            </a:lvl1pPr>
          </a:lstStyle>
          <a:p>
            <a:endParaRPr lang="en-US" dirty="0"/>
          </a:p>
        </p:txBody>
      </p:sp>
      <p:sp>
        <p:nvSpPr>
          <p:cNvPr id="434" name="Picture Placeholder 3"/>
          <p:cNvSpPr>
            <a:spLocks noGrp="1"/>
          </p:cNvSpPr>
          <p:nvPr>
            <p:ph type="pic" sz="quarter" idx="22"/>
          </p:nvPr>
        </p:nvSpPr>
        <p:spPr>
          <a:xfrm>
            <a:off x="5746916" y="5049042"/>
            <a:ext cx="1437806" cy="971619"/>
          </a:xfrm>
        </p:spPr>
        <p:txBody>
          <a:bodyPr anchor="ctr">
            <a:normAutofit/>
          </a:bodyPr>
          <a:lstStyle>
            <a:lvl1pPr marL="0" indent="0" algn="l">
              <a:buNone/>
              <a:defRPr sz="1400"/>
            </a:lvl1pPr>
          </a:lstStyle>
          <a:p>
            <a:endParaRPr lang="en-US" dirty="0"/>
          </a:p>
        </p:txBody>
      </p:sp>
      <p:sp>
        <p:nvSpPr>
          <p:cNvPr id="435" name="Picture Placeholder 3"/>
          <p:cNvSpPr>
            <a:spLocks noGrp="1"/>
          </p:cNvSpPr>
          <p:nvPr>
            <p:ph type="pic" sz="quarter" idx="23"/>
          </p:nvPr>
        </p:nvSpPr>
        <p:spPr>
          <a:xfrm>
            <a:off x="8504653" y="5049042"/>
            <a:ext cx="1437806" cy="971619"/>
          </a:xfrm>
        </p:spPr>
        <p:txBody>
          <a:bodyPr anchor="ctr">
            <a:normAutofit/>
          </a:bodyPr>
          <a:lstStyle>
            <a:lvl1pPr marL="0" indent="0" algn="l">
              <a:buNone/>
              <a:defRPr sz="1400"/>
            </a:lvl1pPr>
          </a:lstStyle>
          <a:p>
            <a:endParaRPr lang="en-US" dirty="0"/>
          </a:p>
        </p:txBody>
      </p:sp>
      <p:sp>
        <p:nvSpPr>
          <p:cNvPr id="436" name="Text Placeholder 5"/>
          <p:cNvSpPr>
            <a:spLocks noGrp="1"/>
          </p:cNvSpPr>
          <p:nvPr>
            <p:ph type="body" sz="quarter" idx="24" hasCustomPrompt="1"/>
          </p:nvPr>
        </p:nvSpPr>
        <p:spPr>
          <a:xfrm>
            <a:off x="1466114" y="2728910"/>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437" name="Text Placeholder 5"/>
          <p:cNvSpPr>
            <a:spLocks noGrp="1"/>
          </p:cNvSpPr>
          <p:nvPr>
            <p:ph type="body" sz="quarter" idx="25" hasCustomPrompt="1"/>
          </p:nvPr>
        </p:nvSpPr>
        <p:spPr>
          <a:xfrm>
            <a:off x="4150202" y="2728910"/>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438" name="Text Placeholder 5"/>
          <p:cNvSpPr>
            <a:spLocks noGrp="1"/>
          </p:cNvSpPr>
          <p:nvPr>
            <p:ph type="body" sz="quarter" idx="26" hasCustomPrompt="1"/>
          </p:nvPr>
        </p:nvSpPr>
        <p:spPr>
          <a:xfrm>
            <a:off x="6894408" y="2728910"/>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439" name="Text Placeholder 5"/>
          <p:cNvSpPr>
            <a:spLocks noGrp="1"/>
          </p:cNvSpPr>
          <p:nvPr>
            <p:ph type="body" sz="quarter" idx="27" hasCustomPrompt="1"/>
          </p:nvPr>
        </p:nvSpPr>
        <p:spPr>
          <a:xfrm>
            <a:off x="2871920" y="4215866"/>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440" name="Text Placeholder 5"/>
          <p:cNvSpPr>
            <a:spLocks noGrp="1"/>
          </p:cNvSpPr>
          <p:nvPr>
            <p:ph type="body" sz="quarter" idx="28" hasCustomPrompt="1"/>
          </p:nvPr>
        </p:nvSpPr>
        <p:spPr>
          <a:xfrm>
            <a:off x="5708229" y="4215866"/>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441" name="Text Placeholder 5"/>
          <p:cNvSpPr>
            <a:spLocks noGrp="1"/>
          </p:cNvSpPr>
          <p:nvPr>
            <p:ph type="body" sz="quarter" idx="29" hasCustomPrompt="1"/>
          </p:nvPr>
        </p:nvSpPr>
        <p:spPr>
          <a:xfrm>
            <a:off x="8423253" y="4215866"/>
            <a:ext cx="1582106" cy="536575"/>
          </a:xfrm>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Tree>
    <p:extLst>
      <p:ext uri="{BB962C8B-B14F-4D97-AF65-F5344CB8AC3E}">
        <p14:creationId xmlns:p14="http://schemas.microsoft.com/office/powerpoint/2010/main" val="3325640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meline Layout 2">
    <p:spTree>
      <p:nvGrpSpPr>
        <p:cNvPr id="1" name=""/>
        <p:cNvGrpSpPr/>
        <p:nvPr/>
      </p:nvGrpSpPr>
      <p:grpSpPr>
        <a:xfrm>
          <a:off x="0" y="0"/>
          <a:ext cx="0" cy="0"/>
          <a:chOff x="0" y="0"/>
          <a:chExt cx="0" cy="0"/>
        </a:xfrm>
      </p:grpSpPr>
      <p:sp>
        <p:nvSpPr>
          <p:cNvPr id="39" name="Text Placeholder 29"/>
          <p:cNvSpPr>
            <a:spLocks noGrp="1"/>
          </p:cNvSpPr>
          <p:nvPr userDrawn="1">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Enter Title Here</a:t>
            </a:r>
          </a:p>
        </p:txBody>
      </p:sp>
      <p:sp>
        <p:nvSpPr>
          <p:cNvPr id="421" name="Pentagon 420"/>
          <p:cNvSpPr/>
          <p:nvPr userDrawn="1"/>
        </p:nvSpPr>
        <p:spPr>
          <a:xfrm>
            <a:off x="546150" y="4264853"/>
            <a:ext cx="8589523" cy="2653186"/>
          </a:xfrm>
          <a:prstGeom prst="homePlate">
            <a:avLst>
              <a:gd name="adj" fmla="val 31841"/>
            </a:avLst>
          </a:prstGeom>
          <a:gradFill flip="none" rotWithShape="1">
            <a:gsLst>
              <a:gs pos="0">
                <a:srgbClr val="020000">
                  <a:alpha val="11000"/>
                </a:srgbClr>
              </a:gs>
              <a:gs pos="60000">
                <a:srgbClr val="FFFFFF">
                  <a:alpha val="0"/>
                </a:srgbClr>
              </a:gs>
            </a:gsLst>
            <a:lin ang="5400000" scaled="1"/>
            <a:tileRect/>
          </a:gradFill>
          <a:ln w="9525" cap="flat" cmpd="sng" algn="ctr">
            <a:noFill/>
            <a:prstDash val="solid"/>
          </a:ln>
          <a:effectLst/>
        </p:spPr>
        <p:txBody>
          <a:bodyPr anchor="ctr"/>
          <a:lstStyle/>
          <a:p>
            <a:pPr algn="ctr">
              <a:defRPr/>
            </a:pPr>
            <a:endParaRPr lang="da-DK" kern="0" noProof="1">
              <a:solidFill>
                <a:sysClr val="window" lastClr="FFFFFF"/>
              </a:solidFill>
              <a:latin typeface="Calibri"/>
            </a:endParaRPr>
          </a:p>
        </p:txBody>
      </p:sp>
      <p:sp>
        <p:nvSpPr>
          <p:cNvPr id="432" name="Pentagon 431"/>
          <p:cNvSpPr/>
          <p:nvPr userDrawn="1"/>
        </p:nvSpPr>
        <p:spPr>
          <a:xfrm>
            <a:off x="468050" y="1865905"/>
            <a:ext cx="8589523" cy="3093399"/>
          </a:xfrm>
          <a:prstGeom prst="homePlate">
            <a:avLst>
              <a:gd name="adj" fmla="val 27124"/>
            </a:avLst>
          </a:prstGeom>
          <a:gradFill rotWithShape="1">
            <a:gsLst>
              <a:gs pos="0">
                <a:srgbClr val="E6E6E6"/>
              </a:gs>
              <a:gs pos="100000">
                <a:sysClr val="window" lastClr="FFFFFF"/>
              </a:gs>
            </a:gsLst>
            <a:lin ang="16200000"/>
          </a:gradFill>
          <a:ln w="31750">
            <a:noFill/>
            <a:miter lim="800000"/>
            <a:headEnd/>
            <a:tailEnd/>
          </a:ln>
          <a:effectLst>
            <a:outerShdw blurRad="50800" dist="38100" dir="2700000" algn="tl" rotWithShape="0">
              <a:prstClr val="black">
                <a:alpha val="40000"/>
              </a:prstClr>
            </a:outerShdw>
          </a:effectLst>
        </p:spPr>
        <p:txBody>
          <a:bodyPr anchor="ctr"/>
          <a:lstStyle/>
          <a:p>
            <a:pPr algn="ctr">
              <a:defRPr/>
            </a:pPr>
            <a:endParaRPr lang="da-DK" kern="0">
              <a:solidFill>
                <a:srgbClr val="FFFFFF"/>
              </a:solidFill>
              <a:latin typeface="Arial Narrow" pitchFamily="-97" charset="0"/>
            </a:endParaRPr>
          </a:p>
        </p:txBody>
      </p:sp>
      <p:sp>
        <p:nvSpPr>
          <p:cNvPr id="433" name="Rektangel 13"/>
          <p:cNvSpPr/>
          <p:nvPr userDrawn="1"/>
        </p:nvSpPr>
        <p:spPr>
          <a:xfrm>
            <a:off x="461442" y="1867833"/>
            <a:ext cx="7749820" cy="357997"/>
          </a:xfrm>
          <a:prstGeom prst="rect">
            <a:avLst/>
          </a:prstGeom>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a-DK" kern="0">
              <a:solidFill>
                <a:sysClr val="window" lastClr="FFFFFF"/>
              </a:solidFill>
              <a:latin typeface="Calibri"/>
            </a:endParaRPr>
          </a:p>
        </p:txBody>
      </p:sp>
      <p:grpSp>
        <p:nvGrpSpPr>
          <p:cNvPr id="434" name="Gruppe 28"/>
          <p:cNvGrpSpPr/>
          <p:nvPr userDrawn="1"/>
        </p:nvGrpSpPr>
        <p:grpSpPr>
          <a:xfrm>
            <a:off x="1097102" y="1869127"/>
            <a:ext cx="7104433" cy="3070720"/>
            <a:chOff x="872248" y="2130354"/>
            <a:chExt cx="7104433" cy="2422187"/>
          </a:xfrm>
        </p:grpSpPr>
        <p:cxnSp>
          <p:nvCxnSpPr>
            <p:cNvPr id="435" name="Lige forbindelse 15"/>
            <p:cNvCxnSpPr/>
            <p:nvPr/>
          </p:nvCxnSpPr>
          <p:spPr>
            <a:xfrm rot="5400000">
              <a:off x="310991"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6" name="Lige forbindelse 17"/>
            <p:cNvCxnSpPr/>
            <p:nvPr/>
          </p:nvCxnSpPr>
          <p:spPr>
            <a:xfrm rot="5400000">
              <a:off x="-333982"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7" name="Lige forbindelse 18"/>
            <p:cNvCxnSpPr/>
            <p:nvPr/>
          </p:nvCxnSpPr>
          <p:spPr>
            <a:xfrm rot="5400000">
              <a:off x="1600937"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8" name="Lige forbindelse 19"/>
            <p:cNvCxnSpPr/>
            <p:nvPr/>
          </p:nvCxnSpPr>
          <p:spPr>
            <a:xfrm rot="5400000">
              <a:off x="955964"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9" name="Lige forbindelse 20"/>
            <p:cNvCxnSpPr/>
            <p:nvPr/>
          </p:nvCxnSpPr>
          <p:spPr>
            <a:xfrm rot="5400000">
              <a:off x="2890883"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0" name="Lige forbindelse 21"/>
            <p:cNvCxnSpPr/>
            <p:nvPr/>
          </p:nvCxnSpPr>
          <p:spPr>
            <a:xfrm rot="5400000">
              <a:off x="2245910"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1" name="Lige forbindelse 22"/>
            <p:cNvCxnSpPr/>
            <p:nvPr/>
          </p:nvCxnSpPr>
          <p:spPr>
            <a:xfrm rot="5400000">
              <a:off x="4180829"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2" name="Lige forbindelse 23"/>
            <p:cNvCxnSpPr/>
            <p:nvPr/>
          </p:nvCxnSpPr>
          <p:spPr>
            <a:xfrm rot="5400000">
              <a:off x="3535856"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3" name="Lige forbindelse 24"/>
            <p:cNvCxnSpPr/>
            <p:nvPr/>
          </p:nvCxnSpPr>
          <p:spPr>
            <a:xfrm rot="5400000">
              <a:off x="5470775"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4" name="Lige forbindelse 25"/>
            <p:cNvCxnSpPr/>
            <p:nvPr/>
          </p:nvCxnSpPr>
          <p:spPr>
            <a:xfrm rot="5400000">
              <a:off x="4825802"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5" name="Lige forbindelse 26"/>
            <p:cNvCxnSpPr/>
            <p:nvPr/>
          </p:nvCxnSpPr>
          <p:spPr>
            <a:xfrm rot="5400000">
              <a:off x="6760723"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6" name="Lige forbindelse 27"/>
            <p:cNvCxnSpPr/>
            <p:nvPr/>
          </p:nvCxnSpPr>
          <p:spPr>
            <a:xfrm rot="5400000">
              <a:off x="6115748" y="3336584"/>
              <a:ext cx="2422187" cy="97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76" name="Rectangle 8"/>
          <p:cNvSpPr>
            <a:spLocks noChangeArrowheads="1"/>
          </p:cNvSpPr>
          <p:nvPr userDrawn="1"/>
        </p:nvSpPr>
        <p:spPr bwMode="gray">
          <a:xfrm>
            <a:off x="1836738" y="1329614"/>
            <a:ext cx="8520113" cy="600075"/>
          </a:xfrm>
          <a:prstGeom prst="rect">
            <a:avLst/>
          </a:prstGeom>
          <a:noFill/>
          <a:ln w="9525">
            <a:noFill/>
            <a:miter lim="800000"/>
            <a:headEnd/>
            <a:tailEnd/>
          </a:ln>
        </p:spPr>
        <p:txBody>
          <a:bodyPr lIns="0" rIns="0" anchor="ctr"/>
          <a:lstStyle/>
          <a:p>
            <a:pPr lvl="0">
              <a:defRPr/>
            </a:pPr>
            <a:endParaRPr lang="de-DE" sz="1600" kern="0" dirty="0">
              <a:solidFill>
                <a:srgbClr val="00B0F0"/>
              </a:solidFill>
              <a:latin typeface="Calibri"/>
            </a:endParaRPr>
          </a:p>
        </p:txBody>
      </p:sp>
      <p:sp>
        <p:nvSpPr>
          <p:cNvPr id="478" name="Text Placeholder 29"/>
          <p:cNvSpPr>
            <a:spLocks noGrp="1"/>
          </p:cNvSpPr>
          <p:nvPr>
            <p:ph type="body" sz="quarter" idx="12" hasCustomPrompt="1"/>
          </p:nvPr>
        </p:nvSpPr>
        <p:spPr>
          <a:xfrm>
            <a:off x="455612" y="1185722"/>
            <a:ext cx="5491039" cy="578860"/>
          </a:xfrm>
          <a:prstGeom prst="rect">
            <a:avLst/>
          </a:prstGeom>
        </p:spPr>
        <p:txBody>
          <a:bodyPr anchor="ctr">
            <a:noAutofit/>
          </a:bodyPr>
          <a:lstStyle>
            <a:lvl1pPr marL="0" indent="0">
              <a:buNone/>
              <a:defRPr sz="4000" b="1" baseline="0">
                <a:solidFill>
                  <a:schemeClr val="accent3"/>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2010</a:t>
            </a:r>
          </a:p>
        </p:txBody>
      </p:sp>
      <p:sp>
        <p:nvSpPr>
          <p:cNvPr id="51" name="Text Placeholder 29"/>
          <p:cNvSpPr>
            <a:spLocks noGrp="1"/>
          </p:cNvSpPr>
          <p:nvPr>
            <p:ph type="body" sz="quarter" idx="13" hasCustomPrompt="1"/>
          </p:nvPr>
        </p:nvSpPr>
        <p:spPr>
          <a:xfrm>
            <a:off x="6866050" y="1426028"/>
            <a:ext cx="1397372" cy="338554"/>
          </a:xfrm>
          <a:prstGeom prst="rect">
            <a:avLst/>
          </a:prstGeom>
        </p:spPr>
        <p:txBody>
          <a:bodyPr anchor="ctr">
            <a:noAutofit/>
          </a:bodyPr>
          <a:lstStyle>
            <a:lvl1pPr marL="0" indent="0" algn="r">
              <a:buNone/>
              <a:defRPr sz="2000" b="0" baseline="0">
                <a:solidFill>
                  <a:schemeClr val="accent3"/>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12 Months</a:t>
            </a:r>
          </a:p>
        </p:txBody>
      </p:sp>
      <p:sp>
        <p:nvSpPr>
          <p:cNvPr id="53" name="Text Placeholder 31"/>
          <p:cNvSpPr>
            <a:spLocks noGrp="1"/>
          </p:cNvSpPr>
          <p:nvPr>
            <p:ph type="body" sz="quarter" idx="14" hasCustomPrompt="1"/>
          </p:nvPr>
        </p:nvSpPr>
        <p:spPr>
          <a:xfrm>
            <a:off x="6530875" y="5294301"/>
            <a:ext cx="3051276" cy="1296999"/>
          </a:xfrm>
        </p:spPr>
        <p:txBody>
          <a:bodyPr>
            <a:noAutofit/>
          </a:bodyPr>
          <a:lstStyle>
            <a:lvl1pPr marL="0" indent="0">
              <a:buFont typeface="Wingdings" panose="05000000000000000000" pitchFamily="2" charset="2"/>
              <a:buNone/>
              <a:defRPr sz="1300" b="0">
                <a:solidFill>
                  <a:schemeClr val="tx1"/>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Enter subtitle here  </a:t>
            </a:r>
          </a:p>
          <a:p>
            <a:pPr lvl="0"/>
            <a:r>
              <a:rPr lang="en-US" dirty="0"/>
              <a:t>Suitable for all category, </a:t>
            </a:r>
            <a:r>
              <a:rPr lang="en-US" dirty="0" err="1"/>
              <a:t>Lorem</a:t>
            </a:r>
            <a:r>
              <a:rPr lang="en-US" dirty="0"/>
              <a:t> </a:t>
            </a:r>
            <a:r>
              <a:rPr lang="en-US" dirty="0" err="1"/>
              <a:t>Ipsum</a:t>
            </a:r>
            <a:r>
              <a:rPr lang="en-US" dirty="0"/>
              <a:t> is not simply random text. If you are going to use a passage of </a:t>
            </a:r>
            <a:r>
              <a:rPr lang="en-US" dirty="0" err="1"/>
              <a:t>Lorem</a:t>
            </a:r>
            <a:r>
              <a:rPr lang="en-US" dirty="0"/>
              <a:t> </a:t>
            </a:r>
            <a:r>
              <a:rPr lang="en-US" dirty="0" err="1"/>
              <a:t>Ipsum</a:t>
            </a:r>
            <a:endParaRPr lang="en-US" dirty="0"/>
          </a:p>
        </p:txBody>
      </p:sp>
      <p:sp>
        <p:nvSpPr>
          <p:cNvPr id="54" name="Text Placeholder 29"/>
          <p:cNvSpPr>
            <a:spLocks noGrp="1"/>
          </p:cNvSpPr>
          <p:nvPr>
            <p:ph type="body" sz="quarter" idx="15" hasCustomPrompt="1"/>
          </p:nvPr>
        </p:nvSpPr>
        <p:spPr>
          <a:xfrm>
            <a:off x="455612" y="1883677"/>
            <a:ext cx="651217"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Jan</a:t>
            </a:r>
          </a:p>
        </p:txBody>
      </p:sp>
      <p:sp>
        <p:nvSpPr>
          <p:cNvPr id="56" name="Text Placeholder 29"/>
          <p:cNvSpPr>
            <a:spLocks noGrp="1"/>
          </p:cNvSpPr>
          <p:nvPr>
            <p:ph type="body" sz="quarter" idx="16" hasCustomPrompt="1"/>
          </p:nvPr>
        </p:nvSpPr>
        <p:spPr>
          <a:xfrm>
            <a:off x="1106829" y="1883677"/>
            <a:ext cx="651217"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Feb</a:t>
            </a:r>
          </a:p>
        </p:txBody>
      </p:sp>
      <p:sp>
        <p:nvSpPr>
          <p:cNvPr id="59" name="Text Placeholder 29"/>
          <p:cNvSpPr>
            <a:spLocks noGrp="1"/>
          </p:cNvSpPr>
          <p:nvPr>
            <p:ph type="body" sz="quarter" idx="17" hasCustomPrompt="1"/>
          </p:nvPr>
        </p:nvSpPr>
        <p:spPr>
          <a:xfrm>
            <a:off x="1751803" y="1883677"/>
            <a:ext cx="651217"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March</a:t>
            </a:r>
          </a:p>
        </p:txBody>
      </p:sp>
      <p:sp>
        <p:nvSpPr>
          <p:cNvPr id="60" name="Text Placeholder 29"/>
          <p:cNvSpPr>
            <a:spLocks noGrp="1"/>
          </p:cNvSpPr>
          <p:nvPr>
            <p:ph type="body" sz="quarter" idx="18" hasCustomPrompt="1"/>
          </p:nvPr>
        </p:nvSpPr>
        <p:spPr>
          <a:xfrm>
            <a:off x="2403020" y="1883677"/>
            <a:ext cx="651217"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April</a:t>
            </a:r>
          </a:p>
        </p:txBody>
      </p:sp>
      <p:sp>
        <p:nvSpPr>
          <p:cNvPr id="61" name="Text Placeholder 29"/>
          <p:cNvSpPr>
            <a:spLocks noGrp="1"/>
          </p:cNvSpPr>
          <p:nvPr>
            <p:ph type="body" sz="quarter" idx="19" hasCustomPrompt="1"/>
          </p:nvPr>
        </p:nvSpPr>
        <p:spPr>
          <a:xfrm>
            <a:off x="3054238"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May</a:t>
            </a:r>
          </a:p>
        </p:txBody>
      </p:sp>
      <p:sp>
        <p:nvSpPr>
          <p:cNvPr id="62" name="Text Placeholder 29"/>
          <p:cNvSpPr>
            <a:spLocks noGrp="1"/>
          </p:cNvSpPr>
          <p:nvPr>
            <p:ph type="body" sz="quarter" idx="20" hasCustomPrompt="1"/>
          </p:nvPr>
        </p:nvSpPr>
        <p:spPr>
          <a:xfrm>
            <a:off x="3689481"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June</a:t>
            </a:r>
          </a:p>
        </p:txBody>
      </p:sp>
      <p:sp>
        <p:nvSpPr>
          <p:cNvPr id="63" name="Text Placeholder 29"/>
          <p:cNvSpPr>
            <a:spLocks noGrp="1"/>
          </p:cNvSpPr>
          <p:nvPr>
            <p:ph type="body" sz="quarter" idx="21" hasCustomPrompt="1"/>
          </p:nvPr>
        </p:nvSpPr>
        <p:spPr>
          <a:xfrm>
            <a:off x="4334454"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July</a:t>
            </a:r>
          </a:p>
        </p:txBody>
      </p:sp>
      <p:sp>
        <p:nvSpPr>
          <p:cNvPr id="64" name="Text Placeholder 29"/>
          <p:cNvSpPr>
            <a:spLocks noGrp="1"/>
          </p:cNvSpPr>
          <p:nvPr>
            <p:ph type="body" sz="quarter" idx="22" hasCustomPrompt="1"/>
          </p:nvPr>
        </p:nvSpPr>
        <p:spPr>
          <a:xfrm>
            <a:off x="4989155"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Aug</a:t>
            </a:r>
          </a:p>
        </p:txBody>
      </p:sp>
      <p:sp>
        <p:nvSpPr>
          <p:cNvPr id="65" name="Text Placeholder 29"/>
          <p:cNvSpPr>
            <a:spLocks noGrp="1"/>
          </p:cNvSpPr>
          <p:nvPr>
            <p:ph type="body" sz="quarter" idx="23" hasCustomPrompt="1"/>
          </p:nvPr>
        </p:nvSpPr>
        <p:spPr>
          <a:xfrm>
            <a:off x="5634128"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Sep</a:t>
            </a:r>
          </a:p>
        </p:txBody>
      </p:sp>
      <p:sp>
        <p:nvSpPr>
          <p:cNvPr id="66" name="Text Placeholder 29"/>
          <p:cNvSpPr>
            <a:spLocks noGrp="1"/>
          </p:cNvSpPr>
          <p:nvPr>
            <p:ph type="body" sz="quarter" idx="24" hasCustomPrompt="1"/>
          </p:nvPr>
        </p:nvSpPr>
        <p:spPr>
          <a:xfrm>
            <a:off x="6279101"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Oct</a:t>
            </a:r>
          </a:p>
        </p:txBody>
      </p:sp>
      <p:sp>
        <p:nvSpPr>
          <p:cNvPr id="67" name="Text Placeholder 29"/>
          <p:cNvSpPr>
            <a:spLocks noGrp="1"/>
          </p:cNvSpPr>
          <p:nvPr>
            <p:ph type="body" sz="quarter" idx="25" hasCustomPrompt="1"/>
          </p:nvPr>
        </p:nvSpPr>
        <p:spPr>
          <a:xfrm>
            <a:off x="6924074"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Nov</a:t>
            </a:r>
          </a:p>
        </p:txBody>
      </p:sp>
      <p:sp>
        <p:nvSpPr>
          <p:cNvPr id="70" name="Text Placeholder 29"/>
          <p:cNvSpPr>
            <a:spLocks noGrp="1"/>
          </p:cNvSpPr>
          <p:nvPr>
            <p:ph type="body" sz="quarter" idx="26" hasCustomPrompt="1"/>
          </p:nvPr>
        </p:nvSpPr>
        <p:spPr>
          <a:xfrm>
            <a:off x="7569049" y="1883677"/>
            <a:ext cx="632486" cy="338554"/>
          </a:xfrm>
          <a:prstGeom prst="rect">
            <a:avLst/>
          </a:prstGeom>
        </p:spPr>
        <p:txBody>
          <a:bodyPr anchor="ctr">
            <a:noAutofit/>
          </a:bodyPr>
          <a:lstStyle>
            <a:lvl1pPr marL="0" indent="0" algn="ctr">
              <a:buNone/>
              <a:defRPr sz="1200" b="0" baseline="0">
                <a:solidFill>
                  <a:schemeClr val="bg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Dec</a:t>
            </a:r>
          </a:p>
        </p:txBody>
      </p:sp>
      <p:sp>
        <p:nvSpPr>
          <p:cNvPr id="71" name="Text Placeholder 5"/>
          <p:cNvSpPr>
            <a:spLocks noGrp="1"/>
          </p:cNvSpPr>
          <p:nvPr>
            <p:ph type="body" sz="quarter" idx="27" hasCustomPrompt="1"/>
          </p:nvPr>
        </p:nvSpPr>
        <p:spPr>
          <a:xfrm>
            <a:off x="455612" y="2460622"/>
            <a:ext cx="1931436" cy="426511"/>
          </a:xfrm>
          <a:prstGeom prst="homePlate">
            <a:avLst/>
          </a:prstGeom>
          <a:solidFill>
            <a:schemeClr val="bg1">
              <a:lumMod val="85000"/>
            </a:schemeClr>
          </a:solidFill>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72" name="Text Placeholder 5"/>
          <p:cNvSpPr>
            <a:spLocks noGrp="1"/>
          </p:cNvSpPr>
          <p:nvPr>
            <p:ph type="body" sz="quarter" idx="28" hasCustomPrompt="1"/>
          </p:nvPr>
        </p:nvSpPr>
        <p:spPr>
          <a:xfrm>
            <a:off x="2387048" y="3222622"/>
            <a:ext cx="1931436" cy="426511"/>
          </a:xfrm>
          <a:prstGeom prst="homePlate">
            <a:avLst/>
          </a:prstGeom>
          <a:solidFill>
            <a:schemeClr val="bg1">
              <a:lumMod val="85000"/>
            </a:schemeClr>
          </a:solidFill>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73" name="Text Placeholder 5"/>
          <p:cNvSpPr>
            <a:spLocks noGrp="1"/>
          </p:cNvSpPr>
          <p:nvPr>
            <p:ph type="body" sz="quarter" idx="29" hasCustomPrompt="1"/>
          </p:nvPr>
        </p:nvSpPr>
        <p:spPr>
          <a:xfrm>
            <a:off x="4325450" y="3872208"/>
            <a:ext cx="1931436" cy="426511"/>
          </a:xfrm>
          <a:prstGeom prst="homePlate">
            <a:avLst/>
          </a:prstGeom>
          <a:solidFill>
            <a:schemeClr val="bg1">
              <a:lumMod val="85000"/>
            </a:schemeClr>
          </a:solidFill>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
        <p:nvSpPr>
          <p:cNvPr id="74" name="Text Placeholder 5"/>
          <p:cNvSpPr>
            <a:spLocks noGrp="1"/>
          </p:cNvSpPr>
          <p:nvPr>
            <p:ph type="body" sz="quarter" idx="30" hasCustomPrompt="1"/>
          </p:nvPr>
        </p:nvSpPr>
        <p:spPr>
          <a:xfrm>
            <a:off x="6256886" y="4397141"/>
            <a:ext cx="1931436" cy="426511"/>
          </a:xfrm>
          <a:prstGeom prst="homePlate">
            <a:avLst/>
          </a:prstGeom>
          <a:solidFill>
            <a:schemeClr val="bg1">
              <a:lumMod val="85000"/>
            </a:schemeClr>
          </a:solidFill>
        </p:spPr>
        <p:txBody>
          <a:bodyPr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100" b="0"/>
            </a:lvl1pPr>
            <a:lvl2pPr marL="285750" indent="-274638">
              <a:buFont typeface="Wingdings" panose="05000000000000000000" pitchFamily="2" charset="2"/>
              <a:buChar char="§"/>
              <a:tabLst>
                <a:tab pos="285750" algn="l"/>
              </a:tabLst>
              <a:defRPr sz="1200"/>
            </a:lvl2pPr>
            <a:lvl3pPr marL="285750" indent="-274638">
              <a:buFont typeface="Wingdings" panose="05000000000000000000" pitchFamily="2" charset="2"/>
              <a:buChar char="§"/>
              <a:tabLst>
                <a:tab pos="285750" algn="l"/>
              </a:tabLst>
              <a:defRPr sz="1200"/>
            </a:lvl3pPr>
            <a:lvl4pPr marL="285750" indent="-274638">
              <a:buFont typeface="Wingdings" panose="05000000000000000000" pitchFamily="2" charset="2"/>
              <a:buChar char="§"/>
              <a:tabLst>
                <a:tab pos="285750" algn="l"/>
              </a:tabLst>
              <a:defRPr sz="1200"/>
            </a:lvl4pPr>
            <a:lvl5pPr marL="285750" indent="-274638">
              <a:buFont typeface="Wingdings" panose="05000000000000000000" pitchFamily="2" charset="2"/>
              <a:buChar char="§"/>
              <a:tabLst>
                <a:tab pos="285750" algn="l"/>
              </a:tabLst>
              <a:defRPr sz="1200"/>
            </a:lvl5pPr>
          </a:lstStyle>
          <a:p>
            <a:pPr marL="0" marR="0" lvl="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a:pPr>
            <a:r>
              <a:rPr lang="en-US" dirty="0"/>
              <a:t>Click to add text</a:t>
            </a:r>
          </a:p>
        </p:txBody>
      </p:sp>
    </p:spTree>
    <p:extLst>
      <p:ext uri="{BB962C8B-B14F-4D97-AF65-F5344CB8AC3E}">
        <p14:creationId xmlns:p14="http://schemas.microsoft.com/office/powerpoint/2010/main" val="3416437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Layout 3">
    <p:spTree>
      <p:nvGrpSpPr>
        <p:cNvPr id="1" name=""/>
        <p:cNvGrpSpPr/>
        <p:nvPr/>
      </p:nvGrpSpPr>
      <p:grpSpPr>
        <a:xfrm>
          <a:off x="0" y="0"/>
          <a:ext cx="0" cy="0"/>
          <a:chOff x="0" y="0"/>
          <a:chExt cx="0" cy="0"/>
        </a:xfrm>
      </p:grpSpPr>
      <p:sp>
        <p:nvSpPr>
          <p:cNvPr id="39" name="Text Placeholder 29"/>
          <p:cNvSpPr>
            <a:spLocks noGrp="1"/>
          </p:cNvSpPr>
          <p:nvPr userDrawn="1">
            <p:ph type="body" sz="quarter" idx="11"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Arial" panose="020B0604020202020204" pitchFamily="34" charset="0"/>
                <a:ea typeface="Tahoma" panose="020B0604030504040204" pitchFamily="34" charset="0"/>
                <a:cs typeface="Arial" panose="020B060402020202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Enter Title Here</a:t>
            </a:r>
          </a:p>
        </p:txBody>
      </p:sp>
      <p:grpSp>
        <p:nvGrpSpPr>
          <p:cNvPr id="40" name="Gruppe 76"/>
          <p:cNvGrpSpPr/>
          <p:nvPr userDrawn="1"/>
        </p:nvGrpSpPr>
        <p:grpSpPr>
          <a:xfrm>
            <a:off x="4173211" y="-320038"/>
            <a:ext cx="3354094" cy="6446520"/>
            <a:chOff x="5942305" y="581730"/>
            <a:chExt cx="2714015" cy="6012656"/>
          </a:xfrm>
          <a:scene3d>
            <a:camera prst="perspectiveRelaxed" fov="5100000"/>
            <a:lightRig rig="threePt" dir="t">
              <a:rot lat="0" lon="0" rev="4800000"/>
            </a:lightRig>
          </a:scene3d>
        </p:grpSpPr>
        <p:grpSp>
          <p:nvGrpSpPr>
            <p:cNvPr id="41" name="Gruppe 64"/>
            <p:cNvGrpSpPr/>
            <p:nvPr/>
          </p:nvGrpSpPr>
          <p:grpSpPr>
            <a:xfrm rot="5400000">
              <a:off x="4292985" y="2231050"/>
              <a:ext cx="6012656" cy="2714015"/>
              <a:chOff x="252924" y="2033077"/>
              <a:chExt cx="8589523" cy="3093399"/>
            </a:xfrm>
            <a:solidFill>
              <a:schemeClr val="bg1"/>
            </a:solidFill>
          </p:grpSpPr>
          <p:sp>
            <p:nvSpPr>
              <p:cNvPr id="55" name="Pentagon 54"/>
              <p:cNvSpPr/>
              <p:nvPr/>
            </p:nvSpPr>
            <p:spPr>
              <a:xfrm>
                <a:off x="252924" y="2033077"/>
                <a:ext cx="8589523" cy="3093399"/>
              </a:xfrm>
              <a:prstGeom prst="homePlate">
                <a:avLst>
                  <a:gd name="adj" fmla="val 21509"/>
                </a:avLst>
              </a:prstGeom>
              <a:gradFill flip="none" rotWithShape="1">
                <a:gsLst>
                  <a:gs pos="44000">
                    <a:schemeClr val="accent3"/>
                  </a:gs>
                  <a:gs pos="100000">
                    <a:schemeClr val="accent3">
                      <a:lumMod val="50000"/>
                    </a:schemeClr>
                  </a:gs>
                </a:gsLst>
                <a:lin ang="10800000" scaled="1"/>
                <a:tileRect/>
              </a:gradFill>
              <a:ln w="76200" cap="flat" cmpd="sng" algn="ctr">
                <a:gradFill flip="none" rotWithShape="1">
                  <a:gsLst>
                    <a:gs pos="0">
                      <a:srgbClr val="0070C0"/>
                    </a:gs>
                    <a:gs pos="50000">
                      <a:schemeClr val="accent5">
                        <a:lumMod val="75000"/>
                      </a:schemeClr>
                    </a:gs>
                  </a:gsLst>
                  <a:lin ang="16200000" scaled="1"/>
                  <a:tileRect/>
                </a:gradFill>
                <a:prstDash val="solid"/>
              </a:ln>
              <a:effectLst>
                <a:outerShdw blurRad="50800" dist="38100" dir="2700000" algn="tl" rotWithShape="0">
                  <a:prstClr val="black">
                    <a:alpha val="40000"/>
                  </a:prstClr>
                </a:outerShdw>
              </a:effectLst>
              <a:sp3d extrusionH="254000"/>
            </p:spPr>
            <p:txBody>
              <a:bodyPr anchor="ctr"/>
              <a:lstStyle/>
              <a:p>
                <a:pPr algn="ctr">
                  <a:defRPr/>
                </a:pPr>
                <a:endParaRPr lang="da-DK" sz="4000" kern="0">
                  <a:solidFill>
                    <a:schemeClr val="bg1"/>
                  </a:solidFill>
                  <a:latin typeface="Calibri"/>
                </a:endParaRPr>
              </a:p>
            </p:txBody>
          </p:sp>
          <p:grpSp>
            <p:nvGrpSpPr>
              <p:cNvPr id="57" name="Gruppe 28"/>
              <p:cNvGrpSpPr/>
              <p:nvPr/>
            </p:nvGrpSpPr>
            <p:grpSpPr>
              <a:xfrm>
                <a:off x="979255" y="2075212"/>
                <a:ext cx="6855283" cy="3012355"/>
                <a:chOff x="979255" y="2130354"/>
                <a:chExt cx="6855283" cy="2422187"/>
              </a:xfrm>
              <a:grpFill/>
            </p:grpSpPr>
            <p:cxnSp>
              <p:nvCxnSpPr>
                <p:cNvPr id="58" name="Lige forbindelse 99"/>
                <p:cNvCxnSpPr/>
                <p:nvPr/>
              </p:nvCxnSpPr>
              <p:spPr>
                <a:xfrm rot="5400000">
                  <a:off x="554191"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68" name="Lige forbindelse 101"/>
                <p:cNvCxnSpPr/>
                <p:nvPr/>
              </p:nvCxnSpPr>
              <p:spPr>
                <a:xfrm rot="5400000">
                  <a:off x="-226975"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69" name="Lige forbindelse 103"/>
                <p:cNvCxnSpPr/>
                <p:nvPr/>
              </p:nvCxnSpPr>
              <p:spPr>
                <a:xfrm rot="5400000">
                  <a:off x="2106794"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75" name="Lige forbindelse 104"/>
                <p:cNvCxnSpPr/>
                <p:nvPr/>
              </p:nvCxnSpPr>
              <p:spPr>
                <a:xfrm rot="5400000">
                  <a:off x="1335357"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76" name="Lige forbindelse 114"/>
                <p:cNvCxnSpPr/>
                <p:nvPr/>
              </p:nvCxnSpPr>
              <p:spPr>
                <a:xfrm rot="5400000">
                  <a:off x="2870576"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77" name="Lige forbindelse 116"/>
                <p:cNvCxnSpPr/>
                <p:nvPr/>
              </p:nvCxnSpPr>
              <p:spPr>
                <a:xfrm rot="5400000">
                  <a:off x="4352533"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78" name="Lige forbindelse 117"/>
                <p:cNvCxnSpPr/>
                <p:nvPr/>
              </p:nvCxnSpPr>
              <p:spPr>
                <a:xfrm rot="5400000">
                  <a:off x="3621709"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79" name="Lige forbindelse 118"/>
                <p:cNvCxnSpPr/>
                <p:nvPr/>
              </p:nvCxnSpPr>
              <p:spPr>
                <a:xfrm rot="5400000">
                  <a:off x="5174311"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80" name="Lige forbindelse 119"/>
                <p:cNvCxnSpPr/>
                <p:nvPr/>
              </p:nvCxnSpPr>
              <p:spPr>
                <a:xfrm rot="5400000">
                  <a:off x="6618580"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cxnSp>
              <p:nvCxnSpPr>
                <p:cNvPr id="81" name="Lige forbindelse 120"/>
                <p:cNvCxnSpPr/>
                <p:nvPr/>
              </p:nvCxnSpPr>
              <p:spPr>
                <a:xfrm rot="5400000">
                  <a:off x="5918638" y="3336584"/>
                  <a:ext cx="2422187" cy="9728"/>
                </a:xfrm>
                <a:prstGeom prst="line">
                  <a:avLst/>
                </a:prstGeom>
                <a:grpFill/>
                <a:ln>
                  <a:solidFill>
                    <a:schemeClr val="bg1">
                      <a:lumMod val="85000"/>
                    </a:schemeClr>
                  </a:solidFill>
                </a:ln>
                <a:sp3d extrusionH="254000"/>
              </p:spPr>
              <p:style>
                <a:lnRef idx="1">
                  <a:schemeClr val="accent1"/>
                </a:lnRef>
                <a:fillRef idx="0">
                  <a:schemeClr val="accent1"/>
                </a:fillRef>
                <a:effectRef idx="0">
                  <a:schemeClr val="accent1"/>
                </a:effectRef>
                <a:fontRef idx="minor">
                  <a:schemeClr val="tx1"/>
                </a:fontRef>
              </p:style>
            </p:cxnSp>
          </p:grpSp>
        </p:grpSp>
        <p:sp>
          <p:nvSpPr>
            <p:cNvPr id="42" name="Tekstboks 82"/>
            <p:cNvSpPr txBox="1"/>
            <p:nvPr userDrawn="1"/>
          </p:nvSpPr>
          <p:spPr>
            <a:xfrm>
              <a:off x="6164588" y="3824472"/>
              <a:ext cx="155911" cy="114825"/>
            </a:xfrm>
            <a:prstGeom prst="rect">
              <a:avLst/>
            </a:prstGeom>
            <a:noFill/>
            <a:sp3d extrusionH="254000"/>
          </p:spPr>
          <p:txBody>
            <a:bodyPr wrap="none" rtlCol="0">
              <a:spAutoFit/>
            </a:bodyPr>
            <a:lstStyle/>
            <a:p>
              <a:pPr algn="l"/>
              <a:r>
                <a:rPr lang="da-DK" sz="200" b="0" dirty="0">
                  <a:solidFill>
                    <a:schemeClr val="bg1"/>
                  </a:solidFill>
                </a:rPr>
                <a:t>-</a:t>
              </a:r>
            </a:p>
          </p:txBody>
        </p:sp>
      </p:grpSp>
      <p:sp>
        <p:nvSpPr>
          <p:cNvPr id="85" name="Line 33"/>
          <p:cNvSpPr>
            <a:spLocks noChangeShapeType="1"/>
          </p:cNvSpPr>
          <p:nvPr userDrawn="1"/>
        </p:nvSpPr>
        <p:spPr bwMode="auto">
          <a:xfrm rot="5400000" flipV="1">
            <a:off x="3414680" y="517712"/>
            <a:ext cx="0" cy="1944000"/>
          </a:xfrm>
          <a:prstGeom prst="line">
            <a:avLst/>
          </a:prstGeom>
          <a:noFill/>
          <a:ln w="19050">
            <a:solidFill>
              <a:schemeClr val="accent6">
                <a:lumMod val="60000"/>
                <a:lumOff val="40000"/>
              </a:schemeClr>
            </a:solidFill>
            <a:prstDash val="sysDot"/>
            <a:round/>
            <a:headEnd/>
            <a:tailEnd/>
          </a:ln>
          <a:effectLst/>
        </p:spPr>
        <p:txBody>
          <a:bodyPr/>
          <a:lstStyle/>
          <a:p>
            <a:pPr defTabSz="914400">
              <a:defRPr/>
            </a:pPr>
            <a:endParaRPr lang="da-DK" sz="1800" kern="0">
              <a:solidFill>
                <a:sysClr val="windowText" lastClr="000000"/>
              </a:solidFill>
              <a:latin typeface="Arial" pitchFamily="34" charset="0"/>
            </a:endParaRPr>
          </a:p>
        </p:txBody>
      </p:sp>
      <p:sp>
        <p:nvSpPr>
          <p:cNvPr id="86" name="Line 33"/>
          <p:cNvSpPr>
            <a:spLocks noChangeShapeType="1"/>
          </p:cNvSpPr>
          <p:nvPr userDrawn="1"/>
        </p:nvSpPr>
        <p:spPr bwMode="auto">
          <a:xfrm rot="5400000" flipV="1">
            <a:off x="3386960" y="1021487"/>
            <a:ext cx="0" cy="1908000"/>
          </a:xfrm>
          <a:prstGeom prst="line">
            <a:avLst/>
          </a:prstGeom>
          <a:noFill/>
          <a:ln w="19050">
            <a:solidFill>
              <a:schemeClr val="accent6">
                <a:lumMod val="60000"/>
                <a:lumOff val="40000"/>
              </a:schemeClr>
            </a:solidFill>
            <a:prstDash val="sysDot"/>
            <a:round/>
            <a:headEnd/>
            <a:tailEnd/>
          </a:ln>
          <a:effectLst/>
        </p:spPr>
        <p:txBody>
          <a:bodyPr/>
          <a:lstStyle/>
          <a:p>
            <a:pPr defTabSz="914400">
              <a:defRPr/>
            </a:pPr>
            <a:endParaRPr lang="da-DK" sz="1800" kern="0">
              <a:solidFill>
                <a:sysClr val="windowText" lastClr="000000"/>
              </a:solidFill>
              <a:latin typeface="Arial" pitchFamily="34" charset="0"/>
            </a:endParaRPr>
          </a:p>
        </p:txBody>
      </p:sp>
      <p:sp>
        <p:nvSpPr>
          <p:cNvPr id="88" name="Line 33"/>
          <p:cNvSpPr>
            <a:spLocks noChangeShapeType="1"/>
          </p:cNvSpPr>
          <p:nvPr userDrawn="1"/>
        </p:nvSpPr>
        <p:spPr bwMode="auto">
          <a:xfrm rot="5400000" flipV="1">
            <a:off x="3319040" y="1639367"/>
            <a:ext cx="0" cy="1800000"/>
          </a:xfrm>
          <a:prstGeom prst="line">
            <a:avLst/>
          </a:prstGeom>
          <a:noFill/>
          <a:ln w="19050">
            <a:solidFill>
              <a:schemeClr val="accent6">
                <a:lumMod val="60000"/>
                <a:lumOff val="40000"/>
              </a:schemeClr>
            </a:solidFill>
            <a:prstDash val="sysDot"/>
            <a:round/>
            <a:headEnd/>
            <a:tailEnd/>
          </a:ln>
          <a:effectLst/>
        </p:spPr>
        <p:txBody>
          <a:bodyPr/>
          <a:lstStyle/>
          <a:p>
            <a:pPr defTabSz="914400">
              <a:defRPr/>
            </a:pPr>
            <a:endParaRPr lang="da-DK" sz="1800" kern="0">
              <a:solidFill>
                <a:sysClr val="windowText" lastClr="000000"/>
              </a:solidFill>
              <a:latin typeface="Arial" pitchFamily="34" charset="0"/>
            </a:endParaRPr>
          </a:p>
        </p:txBody>
      </p:sp>
      <p:sp>
        <p:nvSpPr>
          <p:cNvPr id="90" name="Line 33"/>
          <p:cNvSpPr>
            <a:spLocks noChangeShapeType="1"/>
          </p:cNvSpPr>
          <p:nvPr userDrawn="1"/>
        </p:nvSpPr>
        <p:spPr bwMode="auto">
          <a:xfrm rot="5400000" flipV="1">
            <a:off x="3188720" y="2469167"/>
            <a:ext cx="0" cy="1512000"/>
          </a:xfrm>
          <a:prstGeom prst="line">
            <a:avLst/>
          </a:prstGeom>
          <a:noFill/>
          <a:ln w="19050">
            <a:solidFill>
              <a:schemeClr val="accent6">
                <a:lumMod val="60000"/>
                <a:lumOff val="40000"/>
              </a:schemeClr>
            </a:solidFill>
            <a:prstDash val="sysDot"/>
            <a:round/>
            <a:headEnd/>
            <a:tailEnd/>
          </a:ln>
          <a:effectLst/>
        </p:spPr>
        <p:txBody>
          <a:bodyPr/>
          <a:lstStyle/>
          <a:p>
            <a:pPr defTabSz="914400">
              <a:defRPr/>
            </a:pPr>
            <a:endParaRPr lang="da-DK" sz="1800" kern="0">
              <a:solidFill>
                <a:sysClr val="windowText" lastClr="000000"/>
              </a:solidFill>
              <a:latin typeface="Arial" pitchFamily="34" charset="0"/>
            </a:endParaRPr>
          </a:p>
        </p:txBody>
      </p:sp>
      <p:grpSp>
        <p:nvGrpSpPr>
          <p:cNvPr id="91" name="Group 90"/>
          <p:cNvGrpSpPr/>
          <p:nvPr userDrawn="1"/>
        </p:nvGrpSpPr>
        <p:grpSpPr>
          <a:xfrm>
            <a:off x="7218056" y="1703072"/>
            <a:ext cx="2268000" cy="3093720"/>
            <a:chOff x="7218056" y="1703072"/>
            <a:chExt cx="2268000" cy="3093720"/>
          </a:xfrm>
        </p:grpSpPr>
        <p:sp>
          <p:nvSpPr>
            <p:cNvPr id="92" name="Line 33"/>
            <p:cNvSpPr>
              <a:spLocks noChangeShapeType="1"/>
            </p:cNvSpPr>
            <p:nvPr/>
          </p:nvSpPr>
          <p:spPr bwMode="auto">
            <a:xfrm rot="5400000" flipV="1">
              <a:off x="8352056" y="569072"/>
              <a:ext cx="0" cy="2268000"/>
            </a:xfrm>
            <a:prstGeom prst="line">
              <a:avLst/>
            </a:prstGeom>
            <a:noFill/>
            <a:ln w="19050">
              <a:solidFill>
                <a:schemeClr val="accent6">
                  <a:lumMod val="60000"/>
                  <a:lumOff val="40000"/>
                </a:schemeClr>
              </a:solidFill>
              <a:prstDash val="sysDot"/>
              <a:round/>
              <a:headEnd/>
              <a:tailEnd/>
            </a:ln>
            <a:effectLst/>
          </p:spPr>
          <p:txBody>
            <a:bodyPr/>
            <a:lstStyle/>
            <a:p>
              <a:pPr defTabSz="914400"/>
              <a:endParaRPr lang="da-DK" sz="1800" kern="0">
                <a:solidFill>
                  <a:sysClr val="windowText" lastClr="000000"/>
                </a:solidFill>
                <a:latin typeface="Arial" pitchFamily="34" charset="0"/>
              </a:endParaRPr>
            </a:p>
          </p:txBody>
        </p:sp>
        <p:sp>
          <p:nvSpPr>
            <p:cNvPr id="93" name="Line 33"/>
            <p:cNvSpPr>
              <a:spLocks noChangeShapeType="1"/>
            </p:cNvSpPr>
            <p:nvPr/>
          </p:nvSpPr>
          <p:spPr bwMode="auto">
            <a:xfrm rot="5400000" flipV="1">
              <a:off x="8442056" y="1161992"/>
              <a:ext cx="0" cy="2088000"/>
            </a:xfrm>
            <a:prstGeom prst="line">
              <a:avLst/>
            </a:prstGeom>
            <a:noFill/>
            <a:ln w="19050">
              <a:solidFill>
                <a:schemeClr val="accent6">
                  <a:lumMod val="60000"/>
                  <a:lumOff val="40000"/>
                </a:schemeClr>
              </a:solidFill>
              <a:prstDash val="sysDot"/>
              <a:round/>
              <a:headEnd/>
              <a:tailEnd/>
            </a:ln>
            <a:effectLst/>
          </p:spPr>
          <p:txBody>
            <a:bodyPr/>
            <a:lstStyle/>
            <a:p>
              <a:pPr defTabSz="914400"/>
              <a:endParaRPr lang="da-DK" sz="1800" kern="0">
                <a:solidFill>
                  <a:sysClr val="windowText" lastClr="000000"/>
                </a:solidFill>
                <a:latin typeface="Arial" pitchFamily="34" charset="0"/>
              </a:endParaRPr>
            </a:p>
          </p:txBody>
        </p:sp>
        <p:sp>
          <p:nvSpPr>
            <p:cNvPr id="94" name="Line 33"/>
            <p:cNvSpPr>
              <a:spLocks noChangeShapeType="1"/>
            </p:cNvSpPr>
            <p:nvPr/>
          </p:nvSpPr>
          <p:spPr bwMode="auto">
            <a:xfrm rot="5400000" flipV="1">
              <a:off x="8550056" y="1879592"/>
              <a:ext cx="0" cy="1872000"/>
            </a:xfrm>
            <a:prstGeom prst="line">
              <a:avLst/>
            </a:prstGeom>
            <a:noFill/>
            <a:ln w="19050">
              <a:solidFill>
                <a:schemeClr val="accent6">
                  <a:lumMod val="60000"/>
                  <a:lumOff val="40000"/>
                </a:schemeClr>
              </a:solidFill>
              <a:prstDash val="sysDot"/>
              <a:round/>
              <a:headEnd/>
              <a:tailEnd/>
            </a:ln>
            <a:effectLst/>
          </p:spPr>
          <p:txBody>
            <a:bodyPr/>
            <a:lstStyle/>
            <a:p>
              <a:pPr defTabSz="914400"/>
              <a:endParaRPr lang="da-DK" sz="1800" kern="0">
                <a:solidFill>
                  <a:sysClr val="windowText" lastClr="000000"/>
                </a:solidFill>
                <a:latin typeface="Arial" pitchFamily="34" charset="0"/>
              </a:endParaRPr>
            </a:p>
          </p:txBody>
        </p:sp>
        <p:sp>
          <p:nvSpPr>
            <p:cNvPr id="95" name="Line 33"/>
            <p:cNvSpPr>
              <a:spLocks noChangeShapeType="1"/>
            </p:cNvSpPr>
            <p:nvPr/>
          </p:nvSpPr>
          <p:spPr bwMode="auto">
            <a:xfrm rot="5400000" flipV="1">
              <a:off x="8694056" y="2816072"/>
              <a:ext cx="0" cy="1584000"/>
            </a:xfrm>
            <a:prstGeom prst="line">
              <a:avLst/>
            </a:prstGeom>
            <a:noFill/>
            <a:ln w="19050">
              <a:solidFill>
                <a:schemeClr val="accent6">
                  <a:lumMod val="60000"/>
                  <a:lumOff val="40000"/>
                </a:schemeClr>
              </a:solidFill>
              <a:prstDash val="sysDot"/>
              <a:round/>
              <a:headEnd/>
              <a:tailEnd/>
            </a:ln>
            <a:effectLst/>
          </p:spPr>
          <p:txBody>
            <a:bodyPr/>
            <a:lstStyle/>
            <a:p>
              <a:pPr defTabSz="914400"/>
              <a:endParaRPr lang="da-DK" sz="1800" kern="0">
                <a:solidFill>
                  <a:sysClr val="windowText" lastClr="000000"/>
                </a:solidFill>
                <a:latin typeface="Arial" pitchFamily="34" charset="0"/>
              </a:endParaRPr>
            </a:p>
          </p:txBody>
        </p:sp>
        <p:sp>
          <p:nvSpPr>
            <p:cNvPr id="96" name="Line 33"/>
            <p:cNvSpPr>
              <a:spLocks noChangeShapeType="1"/>
            </p:cNvSpPr>
            <p:nvPr/>
          </p:nvSpPr>
          <p:spPr bwMode="auto">
            <a:xfrm rot="5400000" flipV="1">
              <a:off x="8874056" y="4184792"/>
              <a:ext cx="0" cy="1224000"/>
            </a:xfrm>
            <a:prstGeom prst="line">
              <a:avLst/>
            </a:prstGeom>
            <a:noFill/>
            <a:ln w="19050">
              <a:solidFill>
                <a:schemeClr val="accent6">
                  <a:lumMod val="60000"/>
                  <a:lumOff val="40000"/>
                </a:schemeClr>
              </a:solidFill>
              <a:prstDash val="sysDot"/>
              <a:round/>
              <a:headEnd/>
              <a:tailEnd/>
            </a:ln>
            <a:effectLst/>
          </p:spPr>
          <p:txBody>
            <a:bodyPr/>
            <a:lstStyle/>
            <a:p>
              <a:pPr defTabSz="914400"/>
              <a:endParaRPr lang="da-DK" sz="1800" kern="0">
                <a:solidFill>
                  <a:sysClr val="windowText" lastClr="000000"/>
                </a:solidFill>
                <a:latin typeface="Arial" pitchFamily="34" charset="0"/>
              </a:endParaRPr>
            </a:p>
          </p:txBody>
        </p:sp>
      </p:grpSp>
      <p:sp>
        <p:nvSpPr>
          <p:cNvPr id="98" name="Line 33"/>
          <p:cNvSpPr>
            <a:spLocks noChangeShapeType="1"/>
          </p:cNvSpPr>
          <p:nvPr userDrawn="1"/>
        </p:nvSpPr>
        <p:spPr bwMode="auto">
          <a:xfrm rot="5400000" flipV="1">
            <a:off x="2990480" y="3705392"/>
            <a:ext cx="0" cy="1116000"/>
          </a:xfrm>
          <a:prstGeom prst="line">
            <a:avLst/>
          </a:prstGeom>
          <a:noFill/>
          <a:ln w="19050">
            <a:solidFill>
              <a:schemeClr val="accent6">
                <a:lumMod val="60000"/>
                <a:lumOff val="40000"/>
              </a:schemeClr>
            </a:solidFill>
            <a:prstDash val="sysDot"/>
            <a:round/>
            <a:headEnd/>
            <a:tailEnd/>
          </a:ln>
          <a:effectLst/>
        </p:spPr>
        <p:txBody>
          <a:bodyPr/>
          <a:lstStyle/>
          <a:p>
            <a:pPr defTabSz="914400">
              <a:defRPr/>
            </a:pPr>
            <a:endParaRPr lang="da-DK" sz="1800" kern="0">
              <a:solidFill>
                <a:sysClr val="windowText" lastClr="000000"/>
              </a:solidFill>
              <a:latin typeface="Arial" pitchFamily="34" charset="0"/>
            </a:endParaRPr>
          </a:p>
        </p:txBody>
      </p:sp>
      <p:grpSp>
        <p:nvGrpSpPr>
          <p:cNvPr id="99" name="Gruppe 199"/>
          <p:cNvGrpSpPr>
            <a:grpSpLocks/>
          </p:cNvGrpSpPr>
          <p:nvPr userDrawn="1"/>
        </p:nvGrpSpPr>
        <p:grpSpPr bwMode="auto">
          <a:xfrm>
            <a:off x="5850910" y="684717"/>
            <a:ext cx="1447799" cy="1002804"/>
            <a:chOff x="2636520" y="2831705"/>
            <a:chExt cx="1919605" cy="1330207"/>
          </a:xfrm>
        </p:grpSpPr>
        <p:sp>
          <p:nvSpPr>
            <p:cNvPr id="100" name="Ellipse 81"/>
            <p:cNvSpPr/>
            <p:nvPr/>
          </p:nvSpPr>
          <p:spPr bwMode="auto">
            <a:xfrm>
              <a:off x="2636520" y="3774026"/>
              <a:ext cx="1919605" cy="387886"/>
            </a:xfrm>
            <a:prstGeom prst="ellipse">
              <a:avLst/>
            </a:prstGeom>
            <a:gradFill flip="none" rotWithShape="1">
              <a:gsLst>
                <a:gs pos="24000">
                  <a:sysClr val="windowText" lastClr="000000">
                    <a:alpha val="22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nvGrpSpPr>
            <p:cNvPr id="101" name="Gruppe 91"/>
            <p:cNvGrpSpPr>
              <a:grpSpLocks/>
            </p:cNvGrpSpPr>
            <p:nvPr/>
          </p:nvGrpSpPr>
          <p:grpSpPr bwMode="auto">
            <a:xfrm>
              <a:off x="2976835" y="2831705"/>
              <a:ext cx="1198925" cy="1187339"/>
              <a:chOff x="1071835" y="2920232"/>
              <a:chExt cx="1427572" cy="1413777"/>
            </a:xfrm>
          </p:grpSpPr>
          <p:sp>
            <p:nvSpPr>
              <p:cNvPr id="102" name="Ellipse 44"/>
              <p:cNvSpPr/>
              <p:nvPr/>
            </p:nvSpPr>
            <p:spPr bwMode="auto">
              <a:xfrm rot="21052097">
                <a:off x="1085754" y="2920232"/>
                <a:ext cx="1413653" cy="1413777"/>
              </a:xfrm>
              <a:prstGeom prst="ellipse">
                <a:avLst/>
              </a:prstGeom>
              <a:gradFill flip="none" rotWithShape="1">
                <a:gsLst>
                  <a:gs pos="0">
                    <a:srgbClr val="74F4FF"/>
                  </a:gs>
                  <a:gs pos="100000">
                    <a:srgbClr val="208ECD"/>
                  </a:gs>
                </a:gsLst>
                <a:path path="shape">
                  <a:fillToRect l="50000" t="50000" r="50000" b="50000"/>
                </a:path>
                <a:tileRect/>
              </a:gradFill>
              <a:ln w="9525" cap="flat" cmpd="sng" algn="ctr">
                <a:solidFill>
                  <a:srgbClr val="0081BE">
                    <a:lumMod val="75000"/>
                  </a:srgbClr>
                </a:solidFill>
                <a:prstDash val="solid"/>
              </a:ln>
              <a:effectLst>
                <a:innerShdw blurRad="190500" dist="114300" dir="5640000">
                  <a:srgbClr val="000000">
                    <a:alpha val="37000"/>
                  </a:srgbClr>
                </a:innerShdw>
              </a:effectLst>
            </p:spPr>
            <p:txBody>
              <a:bodyPr anchor="ctr"/>
              <a:lstStyle/>
              <a:p>
                <a:pPr algn="ctr">
                  <a:defRPr/>
                </a:pPr>
                <a:endParaRPr lang="da-DK" kern="0">
                  <a:solidFill>
                    <a:sysClr val="window" lastClr="FFFFFF"/>
                  </a:solidFill>
                  <a:latin typeface="Calibri"/>
                </a:endParaRPr>
              </a:p>
            </p:txBody>
          </p:sp>
          <p:sp>
            <p:nvSpPr>
              <p:cNvPr id="103" name="Ellipse 45"/>
              <p:cNvSpPr/>
              <p:nvPr/>
            </p:nvSpPr>
            <p:spPr bwMode="auto">
              <a:xfrm>
                <a:off x="1285042" y="2949930"/>
                <a:ext cx="1027408" cy="767198"/>
              </a:xfrm>
              <a:prstGeom prst="ellipse">
                <a:avLst/>
              </a:prstGeom>
              <a:gradFill flip="none" rotWithShape="1">
                <a:gsLst>
                  <a:gs pos="0">
                    <a:srgbClr val="FFFFFF">
                      <a:lumMod val="40000"/>
                      <a:lumOff val="60000"/>
                      <a:alpha val="0"/>
                    </a:srgbClr>
                  </a:gs>
                  <a:gs pos="100000">
                    <a:srgbClr val="FFFCF9">
                      <a:alpha val="77000"/>
                    </a:srgbClr>
                  </a:gs>
                </a:gsLst>
                <a:lin ang="16200000" scaled="0"/>
                <a:tileRect/>
              </a:gradFill>
              <a:ln w="9525" cap="flat" cmpd="sng" algn="ctr">
                <a:noFill/>
                <a:prstDash val="solid"/>
              </a:ln>
              <a:effectLst/>
            </p:spPr>
            <p:txBody>
              <a:bodyPr anchor="ctr"/>
              <a:lstStyle/>
              <a:p>
                <a:pPr algn="ctr">
                  <a:defRPr/>
                </a:pPr>
                <a:endParaRPr lang="da-DK" kern="0" dirty="0">
                  <a:solidFill>
                    <a:sysClr val="window" lastClr="FFFFFF"/>
                  </a:solidFill>
                  <a:latin typeface="Calibri"/>
                </a:endParaRPr>
              </a:p>
            </p:txBody>
          </p:sp>
          <p:sp>
            <p:nvSpPr>
              <p:cNvPr id="104" name="Måne 87"/>
              <p:cNvSpPr/>
              <p:nvPr/>
            </p:nvSpPr>
            <p:spPr bwMode="auto">
              <a:xfrm rot="16552097">
                <a:off x="1446797" y="3308471"/>
                <a:ext cx="622393" cy="1372317"/>
              </a:xfrm>
              <a:prstGeom prst="moon">
                <a:avLst>
                  <a:gd name="adj" fmla="val 18952"/>
                </a:avLst>
              </a:prstGeom>
              <a:gradFill flip="none" rotWithShape="1">
                <a:gsLst>
                  <a:gs pos="24000">
                    <a:sysClr val="windowText" lastClr="000000">
                      <a:alpha val="24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grpSp>
      <p:grpSp>
        <p:nvGrpSpPr>
          <p:cNvPr id="105" name="Gruppe 199"/>
          <p:cNvGrpSpPr>
            <a:grpSpLocks/>
          </p:cNvGrpSpPr>
          <p:nvPr userDrawn="1"/>
        </p:nvGrpSpPr>
        <p:grpSpPr bwMode="auto">
          <a:xfrm>
            <a:off x="4890789" y="2087881"/>
            <a:ext cx="2018307" cy="1397961"/>
            <a:chOff x="2636520" y="2831705"/>
            <a:chExt cx="1919605" cy="1330207"/>
          </a:xfrm>
        </p:grpSpPr>
        <p:sp>
          <p:nvSpPr>
            <p:cNvPr id="106" name="Ellipse 98"/>
            <p:cNvSpPr/>
            <p:nvPr/>
          </p:nvSpPr>
          <p:spPr bwMode="auto">
            <a:xfrm>
              <a:off x="2636520" y="3774026"/>
              <a:ext cx="1919605" cy="387886"/>
            </a:xfrm>
            <a:prstGeom prst="ellipse">
              <a:avLst/>
            </a:prstGeom>
            <a:gradFill flip="none" rotWithShape="1">
              <a:gsLst>
                <a:gs pos="24000">
                  <a:sysClr val="windowText" lastClr="000000">
                    <a:alpha val="22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nvGrpSpPr>
            <p:cNvPr id="107" name="Gruppe 91"/>
            <p:cNvGrpSpPr>
              <a:grpSpLocks/>
            </p:cNvGrpSpPr>
            <p:nvPr/>
          </p:nvGrpSpPr>
          <p:grpSpPr bwMode="auto">
            <a:xfrm>
              <a:off x="2976835" y="2831705"/>
              <a:ext cx="1198925" cy="1187339"/>
              <a:chOff x="1071835" y="2920232"/>
              <a:chExt cx="1427572" cy="1413777"/>
            </a:xfrm>
          </p:grpSpPr>
          <p:sp>
            <p:nvSpPr>
              <p:cNvPr id="108" name="Ellipse 44"/>
              <p:cNvSpPr/>
              <p:nvPr/>
            </p:nvSpPr>
            <p:spPr bwMode="auto">
              <a:xfrm rot="21052097">
                <a:off x="1085754" y="2920232"/>
                <a:ext cx="1413653" cy="1413777"/>
              </a:xfrm>
              <a:prstGeom prst="ellipse">
                <a:avLst/>
              </a:prstGeom>
              <a:gradFill flip="none" rotWithShape="1">
                <a:gsLst>
                  <a:gs pos="0">
                    <a:srgbClr val="74F4FF"/>
                  </a:gs>
                  <a:gs pos="100000">
                    <a:srgbClr val="208ECD"/>
                  </a:gs>
                </a:gsLst>
                <a:path path="shape">
                  <a:fillToRect l="50000" t="50000" r="50000" b="50000"/>
                </a:path>
                <a:tileRect/>
              </a:gradFill>
              <a:ln w="9525" cap="flat" cmpd="sng" algn="ctr">
                <a:solidFill>
                  <a:srgbClr val="0081BE">
                    <a:lumMod val="75000"/>
                  </a:srgbClr>
                </a:solidFill>
                <a:prstDash val="solid"/>
              </a:ln>
              <a:effectLst>
                <a:innerShdw blurRad="190500" dist="114300" dir="5640000">
                  <a:srgbClr val="000000">
                    <a:alpha val="37000"/>
                  </a:srgbClr>
                </a:innerShdw>
              </a:effectLst>
            </p:spPr>
            <p:txBody>
              <a:bodyPr anchor="ctr"/>
              <a:lstStyle/>
              <a:p>
                <a:pPr algn="ctr">
                  <a:defRPr/>
                </a:pPr>
                <a:endParaRPr lang="da-DK" kern="0">
                  <a:solidFill>
                    <a:sysClr val="window" lastClr="FFFFFF"/>
                  </a:solidFill>
                  <a:latin typeface="Calibri"/>
                </a:endParaRPr>
              </a:p>
            </p:txBody>
          </p:sp>
          <p:sp>
            <p:nvSpPr>
              <p:cNvPr id="109" name="Ellipse 45"/>
              <p:cNvSpPr/>
              <p:nvPr/>
            </p:nvSpPr>
            <p:spPr bwMode="auto">
              <a:xfrm>
                <a:off x="1285042" y="2949930"/>
                <a:ext cx="1027408" cy="767198"/>
              </a:xfrm>
              <a:prstGeom prst="ellipse">
                <a:avLst/>
              </a:prstGeom>
              <a:gradFill flip="none" rotWithShape="1">
                <a:gsLst>
                  <a:gs pos="0">
                    <a:srgbClr val="FFFFFF">
                      <a:lumMod val="40000"/>
                      <a:lumOff val="60000"/>
                      <a:alpha val="0"/>
                    </a:srgbClr>
                  </a:gs>
                  <a:gs pos="100000">
                    <a:srgbClr val="FFFCF9">
                      <a:alpha val="77000"/>
                    </a:srgbClr>
                  </a:gs>
                </a:gsLst>
                <a:lin ang="16200000" scaled="0"/>
                <a:tileRect/>
              </a:gradFill>
              <a:ln w="9525" cap="flat" cmpd="sng" algn="ctr">
                <a:noFill/>
                <a:prstDash val="solid"/>
              </a:ln>
              <a:effectLst/>
            </p:spPr>
            <p:txBody>
              <a:bodyPr anchor="ctr"/>
              <a:lstStyle/>
              <a:p>
                <a:pPr algn="ctr">
                  <a:defRPr/>
                </a:pPr>
                <a:endParaRPr lang="da-DK" kern="0" dirty="0">
                  <a:solidFill>
                    <a:sysClr val="window" lastClr="FFFFFF"/>
                  </a:solidFill>
                  <a:latin typeface="Calibri"/>
                </a:endParaRPr>
              </a:p>
            </p:txBody>
          </p:sp>
          <p:sp>
            <p:nvSpPr>
              <p:cNvPr id="110" name="Måne 106"/>
              <p:cNvSpPr/>
              <p:nvPr/>
            </p:nvSpPr>
            <p:spPr bwMode="auto">
              <a:xfrm rot="16552097">
                <a:off x="1446797" y="3308471"/>
                <a:ext cx="622393" cy="1372317"/>
              </a:xfrm>
              <a:prstGeom prst="moon">
                <a:avLst>
                  <a:gd name="adj" fmla="val 18952"/>
                </a:avLst>
              </a:prstGeom>
              <a:gradFill flip="none" rotWithShape="1">
                <a:gsLst>
                  <a:gs pos="24000">
                    <a:sysClr val="windowText" lastClr="000000">
                      <a:alpha val="24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grpSp>
      <p:grpSp>
        <p:nvGrpSpPr>
          <p:cNvPr id="111" name="Gruppe 199"/>
          <p:cNvGrpSpPr>
            <a:grpSpLocks/>
          </p:cNvGrpSpPr>
          <p:nvPr userDrawn="1"/>
        </p:nvGrpSpPr>
        <p:grpSpPr bwMode="auto">
          <a:xfrm>
            <a:off x="5850908" y="3535681"/>
            <a:ext cx="2568376" cy="1778961"/>
            <a:chOff x="2636520" y="2831705"/>
            <a:chExt cx="1919605" cy="1330207"/>
          </a:xfrm>
        </p:grpSpPr>
        <p:sp>
          <p:nvSpPr>
            <p:cNvPr id="112" name="Ellipse 108"/>
            <p:cNvSpPr/>
            <p:nvPr/>
          </p:nvSpPr>
          <p:spPr bwMode="auto">
            <a:xfrm>
              <a:off x="2636520" y="3774026"/>
              <a:ext cx="1919605" cy="387886"/>
            </a:xfrm>
            <a:prstGeom prst="ellipse">
              <a:avLst/>
            </a:prstGeom>
            <a:gradFill flip="none" rotWithShape="1">
              <a:gsLst>
                <a:gs pos="24000">
                  <a:sysClr val="windowText" lastClr="000000">
                    <a:alpha val="22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nvGrpSpPr>
            <p:cNvPr id="113" name="Gruppe 91"/>
            <p:cNvGrpSpPr>
              <a:grpSpLocks/>
            </p:cNvGrpSpPr>
            <p:nvPr/>
          </p:nvGrpSpPr>
          <p:grpSpPr bwMode="auto">
            <a:xfrm>
              <a:off x="2976835" y="2831705"/>
              <a:ext cx="1198925" cy="1187339"/>
              <a:chOff x="1071835" y="2920232"/>
              <a:chExt cx="1427572" cy="1413777"/>
            </a:xfrm>
          </p:grpSpPr>
          <p:sp>
            <p:nvSpPr>
              <p:cNvPr id="114" name="Ellipse 44"/>
              <p:cNvSpPr/>
              <p:nvPr/>
            </p:nvSpPr>
            <p:spPr bwMode="auto">
              <a:xfrm rot="21052097">
                <a:off x="1085754" y="2920232"/>
                <a:ext cx="1413653" cy="1413777"/>
              </a:xfrm>
              <a:prstGeom prst="ellipse">
                <a:avLst/>
              </a:prstGeom>
              <a:gradFill flip="none" rotWithShape="1">
                <a:gsLst>
                  <a:gs pos="0">
                    <a:srgbClr val="74F4FF"/>
                  </a:gs>
                  <a:gs pos="100000">
                    <a:srgbClr val="208ECD"/>
                  </a:gs>
                </a:gsLst>
                <a:path path="shape">
                  <a:fillToRect l="50000" t="50000" r="50000" b="50000"/>
                </a:path>
                <a:tileRect/>
              </a:gradFill>
              <a:ln w="9525" cap="flat" cmpd="sng" algn="ctr">
                <a:solidFill>
                  <a:srgbClr val="0081BE">
                    <a:lumMod val="75000"/>
                  </a:srgbClr>
                </a:solidFill>
                <a:prstDash val="solid"/>
              </a:ln>
              <a:effectLst>
                <a:innerShdw blurRad="190500" dist="114300" dir="5640000">
                  <a:srgbClr val="000000">
                    <a:alpha val="37000"/>
                  </a:srgbClr>
                </a:innerShdw>
              </a:effectLst>
            </p:spPr>
            <p:txBody>
              <a:bodyPr anchor="ctr"/>
              <a:lstStyle/>
              <a:p>
                <a:pPr algn="ctr">
                  <a:defRPr/>
                </a:pPr>
                <a:endParaRPr lang="da-DK" kern="0">
                  <a:solidFill>
                    <a:sysClr val="window" lastClr="FFFFFF"/>
                  </a:solidFill>
                  <a:latin typeface="Calibri"/>
                </a:endParaRPr>
              </a:p>
            </p:txBody>
          </p:sp>
          <p:sp>
            <p:nvSpPr>
              <p:cNvPr id="115" name="Ellipse 45"/>
              <p:cNvSpPr/>
              <p:nvPr/>
            </p:nvSpPr>
            <p:spPr bwMode="auto">
              <a:xfrm>
                <a:off x="1285042" y="2949930"/>
                <a:ext cx="1027408" cy="767198"/>
              </a:xfrm>
              <a:prstGeom prst="ellipse">
                <a:avLst/>
              </a:prstGeom>
              <a:gradFill flip="none" rotWithShape="1">
                <a:gsLst>
                  <a:gs pos="0">
                    <a:srgbClr val="FFFFFF">
                      <a:lumMod val="40000"/>
                      <a:lumOff val="60000"/>
                      <a:alpha val="0"/>
                    </a:srgbClr>
                  </a:gs>
                  <a:gs pos="100000">
                    <a:srgbClr val="FFFCF9">
                      <a:alpha val="77000"/>
                    </a:srgbClr>
                  </a:gs>
                </a:gsLst>
                <a:lin ang="16200000" scaled="0"/>
                <a:tileRect/>
              </a:gradFill>
              <a:ln w="9525" cap="flat" cmpd="sng" algn="ctr">
                <a:noFill/>
                <a:prstDash val="solid"/>
              </a:ln>
              <a:effectLst/>
            </p:spPr>
            <p:txBody>
              <a:bodyPr anchor="ctr"/>
              <a:lstStyle/>
              <a:p>
                <a:pPr algn="ctr">
                  <a:defRPr/>
                </a:pPr>
                <a:endParaRPr lang="da-DK" kern="0" dirty="0">
                  <a:solidFill>
                    <a:sysClr val="window" lastClr="FFFFFF"/>
                  </a:solidFill>
                  <a:latin typeface="Calibri"/>
                </a:endParaRPr>
              </a:p>
            </p:txBody>
          </p:sp>
          <p:sp>
            <p:nvSpPr>
              <p:cNvPr id="116" name="Måne 112"/>
              <p:cNvSpPr/>
              <p:nvPr/>
            </p:nvSpPr>
            <p:spPr bwMode="auto">
              <a:xfrm rot="16552097">
                <a:off x="1446797" y="3308471"/>
                <a:ext cx="622393" cy="1372317"/>
              </a:xfrm>
              <a:prstGeom prst="moon">
                <a:avLst>
                  <a:gd name="adj" fmla="val 18952"/>
                </a:avLst>
              </a:prstGeom>
              <a:gradFill flip="none" rotWithShape="1">
                <a:gsLst>
                  <a:gs pos="24000">
                    <a:sysClr val="windowText" lastClr="000000">
                      <a:alpha val="24000"/>
                    </a:sysClr>
                  </a:gs>
                  <a:gs pos="100000">
                    <a:sysClr val="window" lastClr="FFFFFF">
                      <a:alpha val="0"/>
                    </a:sysClr>
                  </a:gs>
                </a:gsLst>
                <a:path path="shape">
                  <a:fillToRect l="50000" t="50000" r="50000" b="50000"/>
                </a:path>
                <a:tileRect/>
              </a:gradFill>
              <a:ln w="9525" cap="flat" cmpd="sng" algn="ctr">
                <a:noFill/>
                <a:prstDash val="solid"/>
              </a:ln>
              <a:effectLst/>
            </p:spPr>
            <p:txBody>
              <a:bodyPr anchor="ctr"/>
              <a:lstStyle/>
              <a:p>
                <a:pPr algn="ctr">
                  <a:defRPr/>
                </a:pPr>
                <a:endParaRPr lang="da-DK" kern="0" dirty="0" err="1">
                  <a:solidFill>
                    <a:sysClr val="window" lastClr="FFFFFF"/>
                  </a:solidFill>
                  <a:latin typeface="Calibri"/>
                </a:endParaRPr>
              </a:p>
            </p:txBody>
          </p:sp>
        </p:grpSp>
      </p:grpSp>
      <p:sp>
        <p:nvSpPr>
          <p:cNvPr id="135" name="Text Placeholder 29"/>
          <p:cNvSpPr>
            <a:spLocks noGrp="1"/>
          </p:cNvSpPr>
          <p:nvPr>
            <p:ph type="body" sz="quarter" idx="17" hasCustomPrompt="1"/>
          </p:nvPr>
        </p:nvSpPr>
        <p:spPr>
          <a:xfrm>
            <a:off x="6220206" y="983672"/>
            <a:ext cx="651217" cy="338554"/>
          </a:xfrm>
          <a:prstGeom prst="rect">
            <a:avLst/>
          </a:prstGeom>
        </p:spPr>
        <p:txBody>
          <a:bodyPr anchor="ctr">
            <a:noAutofit/>
          </a:bodyPr>
          <a:lstStyle>
            <a:lvl1pPr marL="0" indent="0" algn="ctr">
              <a:buNone/>
              <a:defRPr sz="1400" b="0" baseline="0">
                <a:solidFill>
                  <a:schemeClr val="tx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text</a:t>
            </a:r>
          </a:p>
        </p:txBody>
      </p:sp>
      <p:sp>
        <p:nvSpPr>
          <p:cNvPr id="136" name="Text Placeholder 29"/>
          <p:cNvSpPr>
            <a:spLocks noGrp="1"/>
          </p:cNvSpPr>
          <p:nvPr>
            <p:ph type="body" sz="quarter" idx="18" hasCustomPrompt="1"/>
          </p:nvPr>
        </p:nvSpPr>
        <p:spPr>
          <a:xfrm>
            <a:off x="5272089" y="2557122"/>
            <a:ext cx="1213200" cy="338554"/>
          </a:xfrm>
          <a:prstGeom prst="rect">
            <a:avLst/>
          </a:prstGeom>
        </p:spPr>
        <p:txBody>
          <a:bodyPr anchor="ctr">
            <a:noAutofit/>
          </a:bodyPr>
          <a:lstStyle>
            <a:lvl1pPr marL="0" indent="0" algn="ctr">
              <a:buNone/>
              <a:defRPr sz="1400" b="0" baseline="0">
                <a:solidFill>
                  <a:schemeClr val="tx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add text</a:t>
            </a:r>
          </a:p>
        </p:txBody>
      </p:sp>
      <p:sp>
        <p:nvSpPr>
          <p:cNvPr id="137" name="Text Placeholder 29"/>
          <p:cNvSpPr>
            <a:spLocks noGrp="1"/>
          </p:cNvSpPr>
          <p:nvPr>
            <p:ph type="body" sz="quarter" idx="19" hasCustomPrompt="1"/>
          </p:nvPr>
        </p:nvSpPr>
        <p:spPr>
          <a:xfrm>
            <a:off x="6344086" y="4263392"/>
            <a:ext cx="1535887" cy="338554"/>
          </a:xfrm>
          <a:prstGeom prst="rect">
            <a:avLst/>
          </a:prstGeom>
        </p:spPr>
        <p:txBody>
          <a:bodyPr anchor="ctr">
            <a:noAutofit/>
          </a:bodyPr>
          <a:lstStyle>
            <a:lvl1pPr marL="0" indent="0" algn="ctr">
              <a:buNone/>
              <a:defRPr sz="1400" b="0" baseline="0">
                <a:solidFill>
                  <a:schemeClr val="tx1"/>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38" name="Text Placeholder 3"/>
          <p:cNvSpPr>
            <a:spLocks noGrp="1"/>
          </p:cNvSpPr>
          <p:nvPr>
            <p:ph type="body" sz="quarter" idx="12" hasCustomPrompt="1"/>
          </p:nvPr>
        </p:nvSpPr>
        <p:spPr>
          <a:xfrm>
            <a:off x="2414588" y="1111438"/>
            <a:ext cx="1972092" cy="346247"/>
          </a:xfrm>
        </p:spPr>
        <p:txBody>
          <a:bodyPr anchor="ctr">
            <a:noAutofit/>
          </a:bodyPr>
          <a:lstStyle>
            <a:lvl1pPr marL="0" indent="0" algn="l">
              <a:buNone/>
              <a:defRPr sz="1200" b="0">
                <a:solidFill>
                  <a:schemeClr val="tx2"/>
                </a:solidFill>
              </a:defRPr>
            </a:lvl1pPr>
          </a:lstStyle>
          <a:p>
            <a:pPr lvl="0"/>
            <a:r>
              <a:rPr lang="en-US" dirty="0"/>
              <a:t>Click to add text</a:t>
            </a:r>
          </a:p>
        </p:txBody>
      </p:sp>
      <p:sp>
        <p:nvSpPr>
          <p:cNvPr id="139" name="Text Placeholder 3"/>
          <p:cNvSpPr>
            <a:spLocks noGrp="1"/>
          </p:cNvSpPr>
          <p:nvPr>
            <p:ph type="body" sz="quarter" idx="20" hasCustomPrompt="1"/>
          </p:nvPr>
        </p:nvSpPr>
        <p:spPr>
          <a:xfrm>
            <a:off x="2414588" y="1584958"/>
            <a:ext cx="1972092" cy="346247"/>
          </a:xfrm>
        </p:spPr>
        <p:txBody>
          <a:bodyPr anchor="ctr">
            <a:noAutofit/>
          </a:bodyPr>
          <a:lstStyle>
            <a:lvl1pPr marL="0" indent="0" algn="l">
              <a:buNone/>
              <a:defRPr sz="1200" b="0">
                <a:solidFill>
                  <a:schemeClr val="tx2"/>
                </a:solidFill>
              </a:defRPr>
            </a:lvl1pPr>
          </a:lstStyle>
          <a:p>
            <a:pPr lvl="0"/>
            <a:r>
              <a:rPr lang="en-US" dirty="0"/>
              <a:t>Click to add text</a:t>
            </a:r>
          </a:p>
        </p:txBody>
      </p:sp>
      <p:sp>
        <p:nvSpPr>
          <p:cNvPr id="140" name="Text Placeholder 3"/>
          <p:cNvSpPr>
            <a:spLocks noGrp="1"/>
          </p:cNvSpPr>
          <p:nvPr>
            <p:ph type="body" sz="quarter" idx="21" hasCustomPrompt="1"/>
          </p:nvPr>
        </p:nvSpPr>
        <p:spPr>
          <a:xfrm>
            <a:off x="2414588" y="2163485"/>
            <a:ext cx="1926372" cy="346247"/>
          </a:xfrm>
        </p:spPr>
        <p:txBody>
          <a:bodyPr anchor="ctr">
            <a:noAutofit/>
          </a:bodyPr>
          <a:lstStyle>
            <a:lvl1pPr marL="0" indent="0" algn="l">
              <a:buNone/>
              <a:defRPr sz="1200" b="0">
                <a:solidFill>
                  <a:schemeClr val="tx2"/>
                </a:solidFill>
              </a:defRPr>
            </a:lvl1pPr>
          </a:lstStyle>
          <a:p>
            <a:pPr lvl="0"/>
            <a:r>
              <a:rPr lang="en-US" dirty="0"/>
              <a:t>Click to add text</a:t>
            </a:r>
          </a:p>
        </p:txBody>
      </p:sp>
      <p:sp>
        <p:nvSpPr>
          <p:cNvPr id="141" name="Text Placeholder 3"/>
          <p:cNvSpPr>
            <a:spLocks noGrp="1"/>
          </p:cNvSpPr>
          <p:nvPr>
            <p:ph type="body" sz="quarter" idx="22" hasCustomPrompt="1"/>
          </p:nvPr>
        </p:nvSpPr>
        <p:spPr>
          <a:xfrm>
            <a:off x="2414588" y="2845788"/>
            <a:ext cx="1530132" cy="346247"/>
          </a:xfrm>
        </p:spPr>
        <p:txBody>
          <a:bodyPr anchor="ctr">
            <a:noAutofit/>
          </a:bodyPr>
          <a:lstStyle>
            <a:lvl1pPr marL="0" indent="0" algn="l">
              <a:buNone/>
              <a:defRPr sz="1200" b="0">
                <a:solidFill>
                  <a:schemeClr val="tx2"/>
                </a:solidFill>
              </a:defRPr>
            </a:lvl1pPr>
          </a:lstStyle>
          <a:p>
            <a:pPr lvl="0"/>
            <a:r>
              <a:rPr lang="en-US" dirty="0"/>
              <a:t>Click to add text</a:t>
            </a:r>
          </a:p>
        </p:txBody>
      </p:sp>
      <p:sp>
        <p:nvSpPr>
          <p:cNvPr id="142" name="Text Placeholder 3"/>
          <p:cNvSpPr>
            <a:spLocks noGrp="1"/>
          </p:cNvSpPr>
          <p:nvPr>
            <p:ph type="body" sz="quarter" idx="23" hasCustomPrompt="1"/>
          </p:nvPr>
        </p:nvSpPr>
        <p:spPr>
          <a:xfrm>
            <a:off x="2414588" y="3706062"/>
            <a:ext cx="1271587" cy="346247"/>
          </a:xfrm>
        </p:spPr>
        <p:txBody>
          <a:bodyPr anchor="ctr">
            <a:noAutofit/>
          </a:bodyPr>
          <a:lstStyle>
            <a:lvl1pPr marL="0" indent="0" algn="l">
              <a:buNone/>
              <a:defRPr sz="1200" b="0">
                <a:solidFill>
                  <a:schemeClr val="tx2"/>
                </a:solidFill>
              </a:defRPr>
            </a:lvl1pPr>
          </a:lstStyle>
          <a:p>
            <a:pPr lvl="0"/>
            <a:r>
              <a:rPr lang="en-US" dirty="0"/>
              <a:t>Click to add text</a:t>
            </a:r>
          </a:p>
        </p:txBody>
      </p:sp>
      <p:sp>
        <p:nvSpPr>
          <p:cNvPr id="143" name="Text Placeholder 3"/>
          <p:cNvSpPr>
            <a:spLocks noGrp="1"/>
          </p:cNvSpPr>
          <p:nvPr>
            <p:ph type="body" sz="quarter" idx="24" hasCustomPrompt="1"/>
          </p:nvPr>
        </p:nvSpPr>
        <p:spPr>
          <a:xfrm>
            <a:off x="3686175" y="4664296"/>
            <a:ext cx="1972092" cy="346247"/>
          </a:xfrm>
        </p:spPr>
        <p:txBody>
          <a:bodyPr anchor="ctr">
            <a:noAutofit/>
          </a:bodyPr>
          <a:lstStyle>
            <a:lvl1pPr marL="0" indent="0" algn="l">
              <a:buNone/>
              <a:defRPr lang="en-US" sz="1400" b="1" kern="1200" dirty="0" smtClean="0">
                <a:solidFill>
                  <a:schemeClr val="bg1"/>
                </a:solidFill>
                <a:latin typeface="+mn-lt"/>
                <a:ea typeface="+mn-ea"/>
                <a:cs typeface="+mn-cs"/>
              </a:defRPr>
            </a:lvl1pPr>
          </a:lstStyle>
          <a:p>
            <a:pPr lvl="0"/>
            <a:r>
              <a:rPr lang="en-US" dirty="0"/>
              <a:t>Click to add text</a:t>
            </a:r>
          </a:p>
        </p:txBody>
      </p:sp>
      <p:sp>
        <p:nvSpPr>
          <p:cNvPr id="144" name="Text Placeholder 3"/>
          <p:cNvSpPr>
            <a:spLocks noGrp="1"/>
          </p:cNvSpPr>
          <p:nvPr>
            <p:ph type="body" sz="quarter" idx="25" hasCustomPrompt="1"/>
          </p:nvPr>
        </p:nvSpPr>
        <p:spPr>
          <a:xfrm>
            <a:off x="3878816" y="4049355"/>
            <a:ext cx="1972092" cy="346247"/>
          </a:xfrm>
        </p:spPr>
        <p:txBody>
          <a:bodyPr anchor="ctr">
            <a:noAutofit/>
          </a:bodyPr>
          <a:lstStyle>
            <a:lvl1pPr marL="0" indent="0" algn="l">
              <a:buNone/>
              <a:defRPr lang="en-US" sz="1400" b="1" kern="1200" dirty="0" smtClean="0">
                <a:solidFill>
                  <a:schemeClr val="bg1"/>
                </a:solidFill>
                <a:latin typeface="+mn-lt"/>
                <a:ea typeface="+mn-ea"/>
                <a:cs typeface="+mn-cs"/>
              </a:defRPr>
            </a:lvl1pPr>
          </a:lstStyle>
          <a:p>
            <a:pPr lvl="0"/>
            <a:r>
              <a:rPr lang="en-US" dirty="0"/>
              <a:t>Click to add text</a:t>
            </a:r>
          </a:p>
        </p:txBody>
      </p:sp>
      <p:sp>
        <p:nvSpPr>
          <p:cNvPr id="145" name="Text Placeholder 3"/>
          <p:cNvSpPr>
            <a:spLocks noGrp="1"/>
          </p:cNvSpPr>
          <p:nvPr>
            <p:ph type="body" sz="quarter" idx="26" hasCustomPrompt="1"/>
          </p:nvPr>
        </p:nvSpPr>
        <p:spPr>
          <a:xfrm>
            <a:off x="4117622" y="3532938"/>
            <a:ext cx="1972092" cy="346247"/>
          </a:xfrm>
        </p:spPr>
        <p:txBody>
          <a:bodyPr anchor="ctr">
            <a:noAutofit/>
          </a:bodyPr>
          <a:lstStyle>
            <a:lvl1pPr marL="0" indent="0" algn="l">
              <a:buNone/>
              <a:defRPr lang="en-US" sz="1400" b="1" kern="1200" dirty="0" smtClean="0">
                <a:solidFill>
                  <a:schemeClr val="bg1"/>
                </a:solidFill>
                <a:latin typeface="+mn-lt"/>
                <a:ea typeface="+mn-ea"/>
                <a:cs typeface="+mn-cs"/>
              </a:defRPr>
            </a:lvl1pPr>
          </a:lstStyle>
          <a:p>
            <a:pPr lvl="0"/>
            <a:r>
              <a:rPr lang="en-US" dirty="0"/>
              <a:t>Click to add text</a:t>
            </a:r>
          </a:p>
        </p:txBody>
      </p:sp>
      <p:sp>
        <p:nvSpPr>
          <p:cNvPr id="146" name="Text Placeholder 3"/>
          <p:cNvSpPr>
            <a:spLocks noGrp="1"/>
          </p:cNvSpPr>
          <p:nvPr>
            <p:ph type="body" sz="quarter" idx="27" hasCustomPrompt="1"/>
          </p:nvPr>
        </p:nvSpPr>
        <p:spPr>
          <a:xfrm>
            <a:off x="4237648" y="3025084"/>
            <a:ext cx="1972092" cy="346247"/>
          </a:xfrm>
        </p:spPr>
        <p:txBody>
          <a:bodyPr anchor="ctr">
            <a:noAutofit/>
          </a:bodyPr>
          <a:lstStyle>
            <a:lvl1pPr marL="0" indent="0" algn="l">
              <a:buNone/>
              <a:defRPr lang="en-US" sz="1200" b="1" kern="1200" dirty="0" smtClean="0">
                <a:solidFill>
                  <a:schemeClr val="bg1"/>
                </a:solidFill>
                <a:latin typeface="+mn-lt"/>
                <a:ea typeface="+mn-ea"/>
                <a:cs typeface="+mn-cs"/>
              </a:defRPr>
            </a:lvl1pPr>
          </a:lstStyle>
          <a:p>
            <a:pPr lvl="0"/>
            <a:r>
              <a:rPr lang="en-US" dirty="0"/>
              <a:t>Click to add text</a:t>
            </a:r>
          </a:p>
        </p:txBody>
      </p:sp>
      <p:sp>
        <p:nvSpPr>
          <p:cNvPr id="148" name="Text Placeholder 3"/>
          <p:cNvSpPr>
            <a:spLocks noGrp="1"/>
          </p:cNvSpPr>
          <p:nvPr>
            <p:ph type="body" sz="quarter" idx="28" hasCustomPrompt="1"/>
          </p:nvPr>
        </p:nvSpPr>
        <p:spPr>
          <a:xfrm>
            <a:off x="1546213" y="1158849"/>
            <a:ext cx="733842" cy="346247"/>
          </a:xfrm>
        </p:spPr>
        <p:txBody>
          <a:bodyPr anchor="ctr">
            <a:noAutofit/>
          </a:bodyPr>
          <a:lstStyle>
            <a:lvl1pPr marL="0" indent="0" algn="r">
              <a:buNone/>
              <a:defRPr lang="en-US" sz="1600" b="1" kern="1200" dirty="0" smtClean="0">
                <a:solidFill>
                  <a:schemeClr val="accent1"/>
                </a:solidFill>
                <a:latin typeface="+mn-lt"/>
                <a:ea typeface="+mn-ea"/>
                <a:cs typeface="+mn-cs"/>
              </a:defRPr>
            </a:lvl1pPr>
          </a:lstStyle>
          <a:p>
            <a:pPr lvl="0"/>
            <a:r>
              <a:rPr lang="en-US" dirty="0"/>
              <a:t>2009</a:t>
            </a:r>
          </a:p>
        </p:txBody>
      </p:sp>
      <p:sp>
        <p:nvSpPr>
          <p:cNvPr id="149" name="Text Placeholder 3"/>
          <p:cNvSpPr>
            <a:spLocks noGrp="1"/>
          </p:cNvSpPr>
          <p:nvPr>
            <p:ph type="body" sz="quarter" idx="29" hasCustomPrompt="1"/>
          </p:nvPr>
        </p:nvSpPr>
        <p:spPr>
          <a:xfrm>
            <a:off x="1546213" y="1605379"/>
            <a:ext cx="733842" cy="346247"/>
          </a:xfrm>
        </p:spPr>
        <p:txBody>
          <a:bodyPr anchor="ctr">
            <a:noAutofit/>
          </a:bodyPr>
          <a:lstStyle>
            <a:lvl1pPr marL="0" indent="0" algn="r">
              <a:buNone/>
              <a:defRPr lang="en-US" sz="1600" b="1" kern="1200" dirty="0" smtClean="0">
                <a:solidFill>
                  <a:schemeClr val="accent1"/>
                </a:solidFill>
                <a:latin typeface="+mn-lt"/>
                <a:ea typeface="+mn-ea"/>
                <a:cs typeface="+mn-cs"/>
              </a:defRPr>
            </a:lvl1pPr>
          </a:lstStyle>
          <a:p>
            <a:pPr lvl="0"/>
            <a:r>
              <a:rPr lang="en-US" dirty="0"/>
              <a:t>2011</a:t>
            </a:r>
          </a:p>
        </p:txBody>
      </p:sp>
      <p:sp>
        <p:nvSpPr>
          <p:cNvPr id="150" name="Text Placeholder 3"/>
          <p:cNvSpPr>
            <a:spLocks noGrp="1"/>
          </p:cNvSpPr>
          <p:nvPr>
            <p:ph type="body" sz="quarter" idx="30" hasCustomPrompt="1"/>
          </p:nvPr>
        </p:nvSpPr>
        <p:spPr>
          <a:xfrm>
            <a:off x="1546213" y="2260953"/>
            <a:ext cx="733842" cy="346247"/>
          </a:xfrm>
        </p:spPr>
        <p:txBody>
          <a:bodyPr anchor="ctr">
            <a:noAutofit/>
          </a:bodyPr>
          <a:lstStyle>
            <a:lvl1pPr marL="0" indent="0" algn="r">
              <a:buNone/>
              <a:defRPr lang="en-US" sz="1600" b="1" kern="1200" dirty="0" smtClean="0">
                <a:solidFill>
                  <a:schemeClr val="accent1"/>
                </a:solidFill>
                <a:latin typeface="+mn-lt"/>
                <a:ea typeface="+mn-ea"/>
                <a:cs typeface="+mn-cs"/>
              </a:defRPr>
            </a:lvl1pPr>
          </a:lstStyle>
          <a:p>
            <a:pPr lvl="0"/>
            <a:r>
              <a:rPr lang="en-US" dirty="0"/>
              <a:t>2013</a:t>
            </a:r>
          </a:p>
        </p:txBody>
      </p:sp>
      <p:sp>
        <p:nvSpPr>
          <p:cNvPr id="151" name="Text Placeholder 3"/>
          <p:cNvSpPr>
            <a:spLocks noGrp="1"/>
          </p:cNvSpPr>
          <p:nvPr>
            <p:ph type="body" sz="quarter" idx="31" hasCustomPrompt="1"/>
          </p:nvPr>
        </p:nvSpPr>
        <p:spPr>
          <a:xfrm>
            <a:off x="1546213" y="2845788"/>
            <a:ext cx="733842" cy="346247"/>
          </a:xfrm>
        </p:spPr>
        <p:txBody>
          <a:bodyPr anchor="ctr">
            <a:noAutofit/>
          </a:bodyPr>
          <a:lstStyle>
            <a:lvl1pPr marL="0" indent="0" algn="r">
              <a:buNone/>
              <a:defRPr lang="en-US" sz="1600" b="1" kern="1200" dirty="0" smtClean="0">
                <a:solidFill>
                  <a:schemeClr val="accent1"/>
                </a:solidFill>
                <a:latin typeface="+mn-lt"/>
                <a:ea typeface="+mn-ea"/>
                <a:cs typeface="+mn-cs"/>
              </a:defRPr>
            </a:lvl1pPr>
          </a:lstStyle>
          <a:p>
            <a:pPr lvl="0"/>
            <a:r>
              <a:rPr lang="en-US" dirty="0"/>
              <a:t>2015</a:t>
            </a:r>
          </a:p>
        </p:txBody>
      </p:sp>
      <p:sp>
        <p:nvSpPr>
          <p:cNvPr id="152" name="Text Placeholder 3"/>
          <p:cNvSpPr>
            <a:spLocks noGrp="1"/>
          </p:cNvSpPr>
          <p:nvPr>
            <p:ph type="body" sz="quarter" idx="32" hasCustomPrompt="1"/>
          </p:nvPr>
        </p:nvSpPr>
        <p:spPr>
          <a:xfrm>
            <a:off x="1546213" y="3691589"/>
            <a:ext cx="733842" cy="346247"/>
          </a:xfrm>
        </p:spPr>
        <p:txBody>
          <a:bodyPr anchor="ctr">
            <a:noAutofit/>
          </a:bodyPr>
          <a:lstStyle>
            <a:lvl1pPr marL="0" indent="0" algn="r">
              <a:buNone/>
              <a:defRPr lang="en-US" sz="1600" b="1" kern="1200" dirty="0" smtClean="0">
                <a:solidFill>
                  <a:schemeClr val="accent1"/>
                </a:solidFill>
                <a:latin typeface="+mn-lt"/>
                <a:ea typeface="+mn-ea"/>
                <a:cs typeface="+mn-cs"/>
              </a:defRPr>
            </a:lvl1pPr>
          </a:lstStyle>
          <a:p>
            <a:pPr lvl="0"/>
            <a:r>
              <a:rPr lang="en-US" dirty="0"/>
              <a:t>2017</a:t>
            </a:r>
          </a:p>
        </p:txBody>
      </p:sp>
      <p:sp>
        <p:nvSpPr>
          <p:cNvPr id="158" name="Text Placeholder 3"/>
          <p:cNvSpPr>
            <a:spLocks noGrp="1"/>
          </p:cNvSpPr>
          <p:nvPr>
            <p:ph type="body" sz="quarter" idx="33" hasCustomPrompt="1"/>
          </p:nvPr>
        </p:nvSpPr>
        <p:spPr>
          <a:xfrm>
            <a:off x="7513964" y="1302689"/>
            <a:ext cx="1972092" cy="346247"/>
          </a:xfrm>
        </p:spPr>
        <p:txBody>
          <a:bodyPr anchor="ctr">
            <a:noAutofit/>
          </a:bodyPr>
          <a:lstStyle>
            <a:lvl1pPr marL="0" indent="0" algn="r">
              <a:buNone/>
              <a:defRPr sz="1200" b="0">
                <a:solidFill>
                  <a:schemeClr val="tx2"/>
                </a:solidFill>
              </a:defRPr>
            </a:lvl1pPr>
          </a:lstStyle>
          <a:p>
            <a:pPr lvl="0"/>
            <a:r>
              <a:rPr lang="en-US" dirty="0"/>
              <a:t>Click to add text</a:t>
            </a:r>
          </a:p>
        </p:txBody>
      </p:sp>
      <p:sp>
        <p:nvSpPr>
          <p:cNvPr id="159" name="Text Placeholder 3"/>
          <p:cNvSpPr>
            <a:spLocks noGrp="1"/>
          </p:cNvSpPr>
          <p:nvPr>
            <p:ph type="body" sz="quarter" idx="34" hasCustomPrompt="1"/>
          </p:nvPr>
        </p:nvSpPr>
        <p:spPr>
          <a:xfrm>
            <a:off x="7513964" y="1776209"/>
            <a:ext cx="1972092" cy="346247"/>
          </a:xfrm>
        </p:spPr>
        <p:txBody>
          <a:bodyPr anchor="ctr">
            <a:noAutofit/>
          </a:bodyPr>
          <a:lstStyle>
            <a:lvl1pPr marL="0" indent="0" algn="r">
              <a:buNone/>
              <a:defRPr sz="1200" b="0">
                <a:solidFill>
                  <a:schemeClr val="tx2"/>
                </a:solidFill>
              </a:defRPr>
            </a:lvl1pPr>
          </a:lstStyle>
          <a:p>
            <a:pPr lvl="0"/>
            <a:r>
              <a:rPr lang="en-US" dirty="0"/>
              <a:t>Click to add text</a:t>
            </a:r>
          </a:p>
        </p:txBody>
      </p:sp>
      <p:sp>
        <p:nvSpPr>
          <p:cNvPr id="160" name="Text Placeholder 3"/>
          <p:cNvSpPr>
            <a:spLocks noGrp="1"/>
          </p:cNvSpPr>
          <p:nvPr>
            <p:ph type="body" sz="quarter" idx="35" hasCustomPrompt="1"/>
          </p:nvPr>
        </p:nvSpPr>
        <p:spPr>
          <a:xfrm>
            <a:off x="7559684" y="2354736"/>
            <a:ext cx="1926372" cy="346247"/>
          </a:xfrm>
        </p:spPr>
        <p:txBody>
          <a:bodyPr anchor="ctr">
            <a:noAutofit/>
          </a:bodyPr>
          <a:lstStyle>
            <a:lvl1pPr marL="0" indent="0" algn="r">
              <a:buNone/>
              <a:defRPr sz="1200" b="0">
                <a:solidFill>
                  <a:schemeClr val="tx2"/>
                </a:solidFill>
              </a:defRPr>
            </a:lvl1pPr>
          </a:lstStyle>
          <a:p>
            <a:pPr lvl="0"/>
            <a:r>
              <a:rPr lang="en-US" dirty="0"/>
              <a:t>Click to add text</a:t>
            </a:r>
          </a:p>
        </p:txBody>
      </p:sp>
      <p:sp>
        <p:nvSpPr>
          <p:cNvPr id="161" name="Text Placeholder 3"/>
          <p:cNvSpPr>
            <a:spLocks noGrp="1"/>
          </p:cNvSpPr>
          <p:nvPr>
            <p:ph type="body" sz="quarter" idx="36" hasCustomPrompt="1"/>
          </p:nvPr>
        </p:nvSpPr>
        <p:spPr>
          <a:xfrm>
            <a:off x="7955924" y="3037039"/>
            <a:ext cx="1530132" cy="346247"/>
          </a:xfrm>
        </p:spPr>
        <p:txBody>
          <a:bodyPr anchor="ctr">
            <a:noAutofit/>
          </a:bodyPr>
          <a:lstStyle>
            <a:lvl1pPr marL="0" indent="0" algn="r">
              <a:buNone/>
              <a:defRPr sz="1200" b="0">
                <a:solidFill>
                  <a:schemeClr val="tx2"/>
                </a:solidFill>
              </a:defRPr>
            </a:lvl1pPr>
          </a:lstStyle>
          <a:p>
            <a:pPr lvl="0"/>
            <a:r>
              <a:rPr lang="en-US" dirty="0"/>
              <a:t>Click to add text</a:t>
            </a:r>
          </a:p>
        </p:txBody>
      </p:sp>
      <p:sp>
        <p:nvSpPr>
          <p:cNvPr id="162" name="Text Placeholder 3"/>
          <p:cNvSpPr>
            <a:spLocks noGrp="1"/>
          </p:cNvSpPr>
          <p:nvPr>
            <p:ph type="body" sz="quarter" idx="37" hasCustomPrompt="1"/>
          </p:nvPr>
        </p:nvSpPr>
        <p:spPr>
          <a:xfrm>
            <a:off x="8214469" y="4263392"/>
            <a:ext cx="1271587" cy="346247"/>
          </a:xfrm>
        </p:spPr>
        <p:txBody>
          <a:bodyPr anchor="ctr">
            <a:noAutofit/>
          </a:bodyPr>
          <a:lstStyle>
            <a:lvl1pPr marL="0" indent="0" algn="r">
              <a:buNone/>
              <a:defRPr sz="1200" b="0">
                <a:solidFill>
                  <a:schemeClr val="tx2"/>
                </a:solidFill>
              </a:defRPr>
            </a:lvl1pPr>
          </a:lstStyle>
          <a:p>
            <a:pPr lvl="0"/>
            <a:r>
              <a:rPr lang="en-US" dirty="0"/>
              <a:t>Click to add text</a:t>
            </a:r>
          </a:p>
        </p:txBody>
      </p:sp>
      <p:sp>
        <p:nvSpPr>
          <p:cNvPr id="163" name="Text Placeholder 3"/>
          <p:cNvSpPr>
            <a:spLocks noGrp="1"/>
          </p:cNvSpPr>
          <p:nvPr>
            <p:ph type="body" sz="quarter" idx="38" hasCustomPrompt="1"/>
          </p:nvPr>
        </p:nvSpPr>
        <p:spPr>
          <a:xfrm>
            <a:off x="9577566" y="1302689"/>
            <a:ext cx="733842" cy="346247"/>
          </a:xfrm>
        </p:spPr>
        <p:txBody>
          <a:bodyPr anchor="ctr">
            <a:noAutofit/>
          </a:bodyPr>
          <a:lstStyle>
            <a:lvl1pPr marL="0" indent="0" algn="l">
              <a:buNone/>
              <a:defRPr lang="en-US" sz="1600" b="1" kern="1200" dirty="0" smtClean="0">
                <a:solidFill>
                  <a:schemeClr val="accent1"/>
                </a:solidFill>
                <a:latin typeface="+mn-lt"/>
                <a:ea typeface="+mn-ea"/>
                <a:cs typeface="+mn-cs"/>
              </a:defRPr>
            </a:lvl1pPr>
          </a:lstStyle>
          <a:p>
            <a:pPr lvl="0"/>
            <a:r>
              <a:rPr lang="en-US" dirty="0"/>
              <a:t>2010</a:t>
            </a:r>
          </a:p>
        </p:txBody>
      </p:sp>
      <p:sp>
        <p:nvSpPr>
          <p:cNvPr id="164" name="Text Placeholder 3"/>
          <p:cNvSpPr>
            <a:spLocks noGrp="1"/>
          </p:cNvSpPr>
          <p:nvPr>
            <p:ph type="body" sz="quarter" idx="39" hasCustomPrompt="1"/>
          </p:nvPr>
        </p:nvSpPr>
        <p:spPr>
          <a:xfrm>
            <a:off x="9577566" y="1780021"/>
            <a:ext cx="733842" cy="346247"/>
          </a:xfrm>
        </p:spPr>
        <p:txBody>
          <a:bodyPr anchor="ctr">
            <a:noAutofit/>
          </a:bodyPr>
          <a:lstStyle>
            <a:lvl1pPr marL="0" indent="0" algn="l">
              <a:buNone/>
              <a:defRPr lang="en-US" sz="1600" b="1" kern="1200" dirty="0" smtClean="0">
                <a:solidFill>
                  <a:schemeClr val="accent1"/>
                </a:solidFill>
                <a:latin typeface="+mn-lt"/>
                <a:ea typeface="+mn-ea"/>
                <a:cs typeface="+mn-cs"/>
              </a:defRPr>
            </a:lvl1pPr>
          </a:lstStyle>
          <a:p>
            <a:pPr lvl="0"/>
            <a:r>
              <a:rPr lang="en-US" dirty="0"/>
              <a:t>2012</a:t>
            </a:r>
          </a:p>
        </p:txBody>
      </p:sp>
      <p:sp>
        <p:nvSpPr>
          <p:cNvPr id="165" name="Text Placeholder 3"/>
          <p:cNvSpPr>
            <a:spLocks noGrp="1"/>
          </p:cNvSpPr>
          <p:nvPr>
            <p:ph type="body" sz="quarter" idx="40" hasCustomPrompt="1"/>
          </p:nvPr>
        </p:nvSpPr>
        <p:spPr>
          <a:xfrm>
            <a:off x="9577566" y="2354736"/>
            <a:ext cx="733842" cy="346247"/>
          </a:xfrm>
        </p:spPr>
        <p:txBody>
          <a:bodyPr anchor="ctr">
            <a:noAutofit/>
          </a:bodyPr>
          <a:lstStyle>
            <a:lvl1pPr marL="0" indent="0" algn="l">
              <a:buNone/>
              <a:defRPr lang="en-US" sz="1600" b="1" kern="1200" dirty="0" smtClean="0">
                <a:solidFill>
                  <a:schemeClr val="accent1"/>
                </a:solidFill>
                <a:latin typeface="+mn-lt"/>
                <a:ea typeface="+mn-ea"/>
                <a:cs typeface="+mn-cs"/>
              </a:defRPr>
            </a:lvl1pPr>
          </a:lstStyle>
          <a:p>
            <a:pPr lvl="0"/>
            <a:r>
              <a:rPr lang="en-US" dirty="0"/>
              <a:t>2014</a:t>
            </a:r>
          </a:p>
        </p:txBody>
      </p:sp>
      <p:sp>
        <p:nvSpPr>
          <p:cNvPr id="166" name="Text Placeholder 3"/>
          <p:cNvSpPr>
            <a:spLocks noGrp="1"/>
          </p:cNvSpPr>
          <p:nvPr>
            <p:ph type="body" sz="quarter" idx="41" hasCustomPrompt="1"/>
          </p:nvPr>
        </p:nvSpPr>
        <p:spPr>
          <a:xfrm>
            <a:off x="9577566" y="3037039"/>
            <a:ext cx="733842" cy="346247"/>
          </a:xfrm>
        </p:spPr>
        <p:txBody>
          <a:bodyPr anchor="ctr">
            <a:noAutofit/>
          </a:bodyPr>
          <a:lstStyle>
            <a:lvl1pPr marL="0" indent="0" algn="l">
              <a:buNone/>
              <a:defRPr lang="en-US" sz="1600" b="1" kern="1200" dirty="0" smtClean="0">
                <a:solidFill>
                  <a:schemeClr val="accent1"/>
                </a:solidFill>
                <a:latin typeface="+mn-lt"/>
                <a:ea typeface="+mn-ea"/>
                <a:cs typeface="+mn-cs"/>
              </a:defRPr>
            </a:lvl1pPr>
          </a:lstStyle>
          <a:p>
            <a:pPr lvl="0"/>
            <a:r>
              <a:rPr lang="en-US" dirty="0"/>
              <a:t>2016</a:t>
            </a:r>
          </a:p>
        </p:txBody>
      </p:sp>
      <p:sp>
        <p:nvSpPr>
          <p:cNvPr id="167" name="Text Placeholder 3"/>
          <p:cNvSpPr>
            <a:spLocks noGrp="1"/>
          </p:cNvSpPr>
          <p:nvPr>
            <p:ph type="body" sz="quarter" idx="42" hasCustomPrompt="1"/>
          </p:nvPr>
        </p:nvSpPr>
        <p:spPr>
          <a:xfrm>
            <a:off x="9577566" y="4255699"/>
            <a:ext cx="733842" cy="346247"/>
          </a:xfrm>
        </p:spPr>
        <p:txBody>
          <a:bodyPr anchor="ctr">
            <a:noAutofit/>
          </a:bodyPr>
          <a:lstStyle>
            <a:lvl1pPr marL="0" indent="0" algn="l">
              <a:buNone/>
              <a:defRPr lang="en-US" sz="1600" b="1" kern="1200" dirty="0" smtClean="0">
                <a:solidFill>
                  <a:schemeClr val="accent1"/>
                </a:solidFill>
                <a:latin typeface="+mn-lt"/>
                <a:ea typeface="+mn-ea"/>
                <a:cs typeface="+mn-cs"/>
              </a:defRPr>
            </a:lvl1pPr>
          </a:lstStyle>
          <a:p>
            <a:pPr lvl="0"/>
            <a:r>
              <a:rPr lang="en-US" dirty="0"/>
              <a:t>2018</a:t>
            </a:r>
          </a:p>
        </p:txBody>
      </p:sp>
      <p:sp>
        <p:nvSpPr>
          <p:cNvPr id="168" name="Text Placeholder 3"/>
          <p:cNvSpPr>
            <a:spLocks noGrp="1"/>
          </p:cNvSpPr>
          <p:nvPr>
            <p:ph type="body" sz="quarter" idx="43" hasCustomPrompt="1"/>
          </p:nvPr>
        </p:nvSpPr>
        <p:spPr>
          <a:xfrm>
            <a:off x="7527306" y="5849869"/>
            <a:ext cx="3122515" cy="707886"/>
          </a:xfrm>
          <a:noFill/>
        </p:spPr>
        <p:txBody>
          <a:bodyPr wrap="square" rtlCol="0">
            <a:spAutoFit/>
          </a:bodyPr>
          <a:lstStyle>
            <a:lvl1pPr marL="0" indent="0" algn="r">
              <a:buNone/>
              <a:defRPr lang="en-US" sz="4000" b="1" dirty="0" smtClean="0">
                <a:solidFill>
                  <a:schemeClr val="accent3"/>
                </a:solidFill>
              </a:defRPr>
            </a:lvl1pPr>
          </a:lstStyle>
          <a:p>
            <a:pPr marL="0" lvl="0" defTabSz="609493"/>
            <a:r>
              <a:rPr lang="en-US" dirty="0"/>
              <a:t>10 YEARS</a:t>
            </a:r>
          </a:p>
        </p:txBody>
      </p:sp>
    </p:spTree>
    <p:extLst>
      <p:ext uri="{BB962C8B-B14F-4D97-AF65-F5344CB8AC3E}">
        <p14:creationId xmlns:p14="http://schemas.microsoft.com/office/powerpoint/2010/main" val="11412991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ic Layout">
    <p:spTree>
      <p:nvGrpSpPr>
        <p:cNvPr id="1" name=""/>
        <p:cNvGrpSpPr/>
        <p:nvPr/>
      </p:nvGrpSpPr>
      <p:grpSpPr>
        <a:xfrm>
          <a:off x="0" y="0"/>
          <a:ext cx="0" cy="0"/>
          <a:chOff x="0" y="0"/>
          <a:chExt cx="0" cy="0"/>
        </a:xfrm>
      </p:grpSpPr>
      <p:cxnSp>
        <p:nvCxnSpPr>
          <p:cNvPr id="5" name="Straight Connector 4"/>
          <p:cNvCxnSpPr/>
          <p:nvPr userDrawn="1"/>
        </p:nvCxnSpPr>
        <p:spPr>
          <a:xfrm flipH="1">
            <a:off x="2885844" y="4091306"/>
            <a:ext cx="1576646" cy="0"/>
          </a:xfrm>
          <a:prstGeom prst="line">
            <a:avLst/>
          </a:prstGeom>
          <a:ln w="19050">
            <a:solidFill>
              <a:schemeClr val="accent5">
                <a:lumMod val="60000"/>
                <a:lumOff val="40000"/>
              </a:schemeClr>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H="1">
            <a:off x="4183150" y="2642919"/>
            <a:ext cx="1576646" cy="0"/>
          </a:xfrm>
          <a:prstGeom prst="line">
            <a:avLst/>
          </a:prstGeom>
          <a:ln w="19050">
            <a:solidFill>
              <a:schemeClr val="accent5">
                <a:lumMod val="60000"/>
                <a:lumOff val="40000"/>
              </a:schemeClr>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7942565" y="4091306"/>
            <a:ext cx="1269168" cy="0"/>
          </a:xfrm>
          <a:prstGeom prst="line">
            <a:avLst/>
          </a:prstGeom>
          <a:ln w="19050">
            <a:solidFill>
              <a:schemeClr val="accent5">
                <a:lumMod val="60000"/>
                <a:lumOff val="40000"/>
              </a:schemeClr>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4367281" y="2523785"/>
            <a:ext cx="3625996" cy="2334810"/>
            <a:chOff x="4368418" y="2523549"/>
            <a:chExt cx="3626941" cy="2335418"/>
          </a:xfrm>
        </p:grpSpPr>
        <p:sp>
          <p:nvSpPr>
            <p:cNvPr id="9" name="Freeform 69"/>
            <p:cNvSpPr>
              <a:spLocks/>
            </p:cNvSpPr>
            <p:nvPr/>
          </p:nvSpPr>
          <p:spPr bwMode="auto">
            <a:xfrm rot="5400000">
              <a:off x="4570041" y="3489636"/>
              <a:ext cx="1059798" cy="404382"/>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chemeClr val="accent1">
                <a:lumMod val="7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0" name="Freeform 70"/>
            <p:cNvSpPr>
              <a:spLocks/>
            </p:cNvSpPr>
            <p:nvPr/>
          </p:nvSpPr>
          <p:spPr bwMode="auto">
            <a:xfrm rot="5400000">
              <a:off x="4470082" y="3060265"/>
              <a:ext cx="528195" cy="731522"/>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chemeClr val="accent1">
                <a:lumMod val="60000"/>
                <a:lumOff val="40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1" name="Freeform 71"/>
            <p:cNvSpPr>
              <a:spLocks/>
            </p:cNvSpPr>
            <p:nvPr/>
          </p:nvSpPr>
          <p:spPr bwMode="auto">
            <a:xfrm rot="5400000">
              <a:off x="4468378" y="3590164"/>
              <a:ext cx="531603" cy="731522"/>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2" name="Freeform 72"/>
            <p:cNvSpPr>
              <a:spLocks/>
            </p:cNvSpPr>
            <p:nvPr/>
          </p:nvSpPr>
          <p:spPr bwMode="auto">
            <a:xfrm rot="5400000">
              <a:off x="4931827" y="3564038"/>
              <a:ext cx="1697039" cy="254442"/>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chemeClr val="accent2">
                <a:lumMod val="7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3" name="Freeform 73"/>
            <p:cNvSpPr>
              <a:spLocks/>
            </p:cNvSpPr>
            <p:nvPr/>
          </p:nvSpPr>
          <p:spPr bwMode="auto">
            <a:xfrm rot="5400000">
              <a:off x="5005661" y="2915437"/>
              <a:ext cx="847384" cy="701988"/>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chemeClr val="accent2">
                <a:lumMod val="40000"/>
                <a:lumOff val="60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4" name="Freeform 74"/>
            <p:cNvSpPr>
              <a:spLocks/>
            </p:cNvSpPr>
            <p:nvPr/>
          </p:nvSpPr>
          <p:spPr bwMode="auto">
            <a:xfrm rot="5400000">
              <a:off x="5004524" y="3763957"/>
              <a:ext cx="849656" cy="701988"/>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5" name="Freeform 75"/>
            <p:cNvSpPr>
              <a:spLocks/>
            </p:cNvSpPr>
            <p:nvPr/>
          </p:nvSpPr>
          <p:spPr bwMode="auto">
            <a:xfrm rot="5400000">
              <a:off x="6733368" y="3490203"/>
              <a:ext cx="1059798" cy="403246"/>
            </a:xfrm>
            <a:custGeom>
              <a:avLst/>
              <a:gdLst>
                <a:gd name="T0" fmla="*/ 465 w 933"/>
                <a:gd name="T1" fmla="*/ 0 h 355"/>
                <a:gd name="T2" fmla="*/ 0 w 933"/>
                <a:gd name="T3" fmla="*/ 177 h 355"/>
                <a:gd name="T4" fmla="*/ 465 w 933"/>
                <a:gd name="T5" fmla="*/ 355 h 355"/>
                <a:gd name="T6" fmla="*/ 933 w 933"/>
                <a:gd name="T7" fmla="*/ 177 h 355"/>
                <a:gd name="T8" fmla="*/ 465 w 933"/>
                <a:gd name="T9" fmla="*/ 0 h 355"/>
              </a:gdLst>
              <a:ahLst/>
              <a:cxnLst>
                <a:cxn ang="0">
                  <a:pos x="T0" y="T1"/>
                </a:cxn>
                <a:cxn ang="0">
                  <a:pos x="T2" y="T3"/>
                </a:cxn>
                <a:cxn ang="0">
                  <a:pos x="T4" y="T5"/>
                </a:cxn>
                <a:cxn ang="0">
                  <a:pos x="T6" y="T7"/>
                </a:cxn>
                <a:cxn ang="0">
                  <a:pos x="T8" y="T9"/>
                </a:cxn>
              </a:cxnLst>
              <a:rect l="0" t="0" r="r" b="b"/>
              <a:pathLst>
                <a:path w="933" h="355">
                  <a:moveTo>
                    <a:pt x="465" y="0"/>
                  </a:moveTo>
                  <a:lnTo>
                    <a:pt x="0" y="177"/>
                  </a:lnTo>
                  <a:lnTo>
                    <a:pt x="465" y="355"/>
                  </a:lnTo>
                  <a:lnTo>
                    <a:pt x="933" y="177"/>
                  </a:lnTo>
                  <a:lnTo>
                    <a:pt x="465" y="0"/>
                  </a:lnTo>
                  <a:close/>
                </a:path>
              </a:pathLst>
            </a:custGeom>
            <a:solidFill>
              <a:schemeClr val="accent5">
                <a:lumMod val="7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6" name="Freeform 76"/>
            <p:cNvSpPr>
              <a:spLocks/>
            </p:cNvSpPr>
            <p:nvPr/>
          </p:nvSpPr>
          <p:spPr bwMode="auto">
            <a:xfrm rot="5400000">
              <a:off x="7365499" y="3060265"/>
              <a:ext cx="528195" cy="731522"/>
            </a:xfrm>
            <a:custGeom>
              <a:avLst/>
              <a:gdLst>
                <a:gd name="T0" fmla="*/ 465 w 465"/>
                <a:gd name="T1" fmla="*/ 467 h 644"/>
                <a:gd name="T2" fmla="*/ 0 w 465"/>
                <a:gd name="T3" fmla="*/ 644 h 644"/>
                <a:gd name="T4" fmla="*/ 0 w 465"/>
                <a:gd name="T5" fmla="*/ 280 h 644"/>
                <a:gd name="T6" fmla="*/ 465 w 465"/>
                <a:gd name="T7" fmla="*/ 0 h 644"/>
                <a:gd name="T8" fmla="*/ 465 w 465"/>
                <a:gd name="T9" fmla="*/ 467 h 644"/>
              </a:gdLst>
              <a:ahLst/>
              <a:cxnLst>
                <a:cxn ang="0">
                  <a:pos x="T0" y="T1"/>
                </a:cxn>
                <a:cxn ang="0">
                  <a:pos x="T2" y="T3"/>
                </a:cxn>
                <a:cxn ang="0">
                  <a:pos x="T4" y="T5"/>
                </a:cxn>
                <a:cxn ang="0">
                  <a:pos x="T6" y="T7"/>
                </a:cxn>
                <a:cxn ang="0">
                  <a:pos x="T8" y="T9"/>
                </a:cxn>
              </a:cxnLst>
              <a:rect l="0" t="0" r="r" b="b"/>
              <a:pathLst>
                <a:path w="465" h="644">
                  <a:moveTo>
                    <a:pt x="465" y="467"/>
                  </a:moveTo>
                  <a:lnTo>
                    <a:pt x="0" y="644"/>
                  </a:lnTo>
                  <a:lnTo>
                    <a:pt x="0" y="280"/>
                  </a:lnTo>
                  <a:lnTo>
                    <a:pt x="465" y="0"/>
                  </a:lnTo>
                  <a:lnTo>
                    <a:pt x="465" y="467"/>
                  </a:lnTo>
                  <a:close/>
                </a:path>
              </a:pathLst>
            </a:custGeom>
            <a:solidFill>
              <a:schemeClr val="accent5">
                <a:lumMod val="60000"/>
                <a:lumOff val="40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7" name="Freeform 77"/>
            <p:cNvSpPr>
              <a:spLocks/>
            </p:cNvSpPr>
            <p:nvPr/>
          </p:nvSpPr>
          <p:spPr bwMode="auto">
            <a:xfrm rot="5400000">
              <a:off x="7363796" y="3590164"/>
              <a:ext cx="531603" cy="731522"/>
            </a:xfrm>
            <a:custGeom>
              <a:avLst/>
              <a:gdLst>
                <a:gd name="T0" fmla="*/ 0 w 468"/>
                <a:gd name="T1" fmla="*/ 467 h 644"/>
                <a:gd name="T2" fmla="*/ 468 w 468"/>
                <a:gd name="T3" fmla="*/ 644 h 644"/>
                <a:gd name="T4" fmla="*/ 468 w 468"/>
                <a:gd name="T5" fmla="*/ 280 h 644"/>
                <a:gd name="T6" fmla="*/ 0 w 468"/>
                <a:gd name="T7" fmla="*/ 0 h 644"/>
                <a:gd name="T8" fmla="*/ 0 w 468"/>
                <a:gd name="T9" fmla="*/ 467 h 644"/>
              </a:gdLst>
              <a:ahLst/>
              <a:cxnLst>
                <a:cxn ang="0">
                  <a:pos x="T0" y="T1"/>
                </a:cxn>
                <a:cxn ang="0">
                  <a:pos x="T2" y="T3"/>
                </a:cxn>
                <a:cxn ang="0">
                  <a:pos x="T4" y="T5"/>
                </a:cxn>
                <a:cxn ang="0">
                  <a:pos x="T6" y="T7"/>
                </a:cxn>
                <a:cxn ang="0">
                  <a:pos x="T8" y="T9"/>
                </a:cxn>
              </a:cxnLst>
              <a:rect l="0" t="0" r="r" b="b"/>
              <a:pathLst>
                <a:path w="468" h="644">
                  <a:moveTo>
                    <a:pt x="0" y="467"/>
                  </a:moveTo>
                  <a:lnTo>
                    <a:pt x="468" y="644"/>
                  </a:lnTo>
                  <a:lnTo>
                    <a:pt x="468" y="280"/>
                  </a:lnTo>
                  <a:lnTo>
                    <a:pt x="0" y="0"/>
                  </a:lnTo>
                  <a:lnTo>
                    <a:pt x="0" y="467"/>
                  </a:lnTo>
                  <a:close/>
                </a:path>
              </a:pathLst>
            </a:custGeom>
            <a:solidFill>
              <a:schemeClr val="accent5"/>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8" name="Freeform 78"/>
            <p:cNvSpPr>
              <a:spLocks/>
            </p:cNvSpPr>
            <p:nvPr/>
          </p:nvSpPr>
          <p:spPr bwMode="auto">
            <a:xfrm rot="5400000">
              <a:off x="5733774" y="3564038"/>
              <a:ext cx="1697039" cy="254442"/>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chemeClr val="accent4">
                <a:lumMod val="7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19" name="Freeform 79"/>
            <p:cNvSpPr>
              <a:spLocks/>
            </p:cNvSpPr>
            <p:nvPr/>
          </p:nvSpPr>
          <p:spPr bwMode="auto">
            <a:xfrm rot="5400000">
              <a:off x="6510164" y="2916005"/>
              <a:ext cx="847384" cy="700853"/>
            </a:xfrm>
            <a:custGeom>
              <a:avLst/>
              <a:gdLst>
                <a:gd name="T0" fmla="*/ 746 w 746"/>
                <a:gd name="T1" fmla="*/ 506 h 617"/>
                <a:gd name="T2" fmla="*/ 0 w 746"/>
                <a:gd name="T3" fmla="*/ 617 h 617"/>
                <a:gd name="T4" fmla="*/ 0 w 746"/>
                <a:gd name="T5" fmla="*/ 224 h 617"/>
                <a:gd name="T6" fmla="*/ 746 w 746"/>
                <a:gd name="T7" fmla="*/ 0 h 617"/>
                <a:gd name="T8" fmla="*/ 746 w 746"/>
                <a:gd name="T9" fmla="*/ 506 h 617"/>
              </a:gdLst>
              <a:ahLst/>
              <a:cxnLst>
                <a:cxn ang="0">
                  <a:pos x="T0" y="T1"/>
                </a:cxn>
                <a:cxn ang="0">
                  <a:pos x="T2" y="T3"/>
                </a:cxn>
                <a:cxn ang="0">
                  <a:pos x="T4" y="T5"/>
                </a:cxn>
                <a:cxn ang="0">
                  <a:pos x="T6" y="T7"/>
                </a:cxn>
                <a:cxn ang="0">
                  <a:pos x="T8" y="T9"/>
                </a:cxn>
              </a:cxnLst>
              <a:rect l="0" t="0" r="r" b="b"/>
              <a:pathLst>
                <a:path w="746" h="617">
                  <a:moveTo>
                    <a:pt x="746" y="506"/>
                  </a:moveTo>
                  <a:lnTo>
                    <a:pt x="0" y="617"/>
                  </a:lnTo>
                  <a:lnTo>
                    <a:pt x="0" y="224"/>
                  </a:lnTo>
                  <a:lnTo>
                    <a:pt x="746" y="0"/>
                  </a:lnTo>
                  <a:lnTo>
                    <a:pt x="746" y="506"/>
                  </a:lnTo>
                  <a:close/>
                </a:path>
              </a:pathLst>
            </a:custGeom>
            <a:solidFill>
              <a:schemeClr val="accent4">
                <a:lumMod val="60000"/>
                <a:lumOff val="40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0" name="Freeform 80"/>
            <p:cNvSpPr>
              <a:spLocks/>
            </p:cNvSpPr>
            <p:nvPr/>
          </p:nvSpPr>
          <p:spPr bwMode="auto">
            <a:xfrm rot="5400000">
              <a:off x="6509028" y="3764525"/>
              <a:ext cx="849656" cy="700853"/>
            </a:xfrm>
            <a:custGeom>
              <a:avLst/>
              <a:gdLst>
                <a:gd name="T0" fmla="*/ 0 w 748"/>
                <a:gd name="T1" fmla="*/ 506 h 617"/>
                <a:gd name="T2" fmla="*/ 748 w 748"/>
                <a:gd name="T3" fmla="*/ 617 h 617"/>
                <a:gd name="T4" fmla="*/ 748 w 748"/>
                <a:gd name="T5" fmla="*/ 224 h 617"/>
                <a:gd name="T6" fmla="*/ 0 w 748"/>
                <a:gd name="T7" fmla="*/ 0 h 617"/>
                <a:gd name="T8" fmla="*/ 0 w 748"/>
                <a:gd name="T9" fmla="*/ 506 h 617"/>
              </a:gdLst>
              <a:ahLst/>
              <a:cxnLst>
                <a:cxn ang="0">
                  <a:pos x="T0" y="T1"/>
                </a:cxn>
                <a:cxn ang="0">
                  <a:pos x="T2" y="T3"/>
                </a:cxn>
                <a:cxn ang="0">
                  <a:pos x="T4" y="T5"/>
                </a:cxn>
                <a:cxn ang="0">
                  <a:pos x="T6" y="T7"/>
                </a:cxn>
                <a:cxn ang="0">
                  <a:pos x="T8" y="T9"/>
                </a:cxn>
              </a:cxnLst>
              <a:rect l="0" t="0" r="r" b="b"/>
              <a:pathLst>
                <a:path w="748" h="617">
                  <a:moveTo>
                    <a:pt x="0" y="506"/>
                  </a:moveTo>
                  <a:lnTo>
                    <a:pt x="748" y="617"/>
                  </a:lnTo>
                  <a:lnTo>
                    <a:pt x="748" y="224"/>
                  </a:lnTo>
                  <a:lnTo>
                    <a:pt x="0" y="0"/>
                  </a:lnTo>
                  <a:lnTo>
                    <a:pt x="0" y="506"/>
                  </a:ln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1" name="Freeform 81"/>
            <p:cNvSpPr>
              <a:spLocks/>
            </p:cNvSpPr>
            <p:nvPr/>
          </p:nvSpPr>
          <p:spPr bwMode="auto">
            <a:xfrm rot="5400000">
              <a:off x="5594058" y="2742779"/>
              <a:ext cx="1166573" cy="728114"/>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chemeClr val="accent3">
                <a:lumMod val="60000"/>
                <a:lumOff val="40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2" name="Freeform 82"/>
            <p:cNvSpPr>
              <a:spLocks/>
            </p:cNvSpPr>
            <p:nvPr/>
          </p:nvSpPr>
          <p:spPr bwMode="auto">
            <a:xfrm rot="5400000">
              <a:off x="5592922" y="3910488"/>
              <a:ext cx="1168845" cy="728114"/>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chemeClr val="accent3"/>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3" name="Freeform 83"/>
            <p:cNvSpPr>
              <a:spLocks/>
            </p:cNvSpPr>
            <p:nvPr/>
          </p:nvSpPr>
          <p:spPr bwMode="auto">
            <a:xfrm rot="5400000">
              <a:off x="7725013" y="3425457"/>
              <a:ext cx="9087" cy="531603"/>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4" name="Freeform 84"/>
            <p:cNvSpPr>
              <a:spLocks/>
            </p:cNvSpPr>
            <p:nvPr/>
          </p:nvSpPr>
          <p:spPr bwMode="auto">
            <a:xfrm rot="5400000">
              <a:off x="6992355" y="3403875"/>
              <a:ext cx="9087" cy="574767"/>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5" name="Freeform 85"/>
            <p:cNvSpPr>
              <a:spLocks/>
            </p:cNvSpPr>
            <p:nvPr/>
          </p:nvSpPr>
          <p:spPr bwMode="auto">
            <a:xfrm rot="5400000">
              <a:off x="4629676" y="3425457"/>
              <a:ext cx="9087" cy="531603"/>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6" name="Freeform 86"/>
            <p:cNvSpPr>
              <a:spLocks/>
            </p:cNvSpPr>
            <p:nvPr/>
          </p:nvSpPr>
          <p:spPr bwMode="auto">
            <a:xfrm rot="5400000">
              <a:off x="5361198" y="3403875"/>
              <a:ext cx="9087" cy="574767"/>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7" name="Freeform 87"/>
            <p:cNvSpPr>
              <a:spLocks/>
            </p:cNvSpPr>
            <p:nvPr/>
          </p:nvSpPr>
          <p:spPr bwMode="auto">
            <a:xfrm rot="5400000">
              <a:off x="6172801" y="3327202"/>
              <a:ext cx="9087" cy="728114"/>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8" name="Freeform 88"/>
            <p:cNvSpPr>
              <a:spLocks/>
            </p:cNvSpPr>
            <p:nvPr/>
          </p:nvSpPr>
          <p:spPr bwMode="auto">
            <a:xfrm rot="5400000">
              <a:off x="7303593" y="3529960"/>
              <a:ext cx="1059798" cy="323733"/>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29" name="Freeform 89"/>
            <p:cNvSpPr>
              <a:spLocks/>
            </p:cNvSpPr>
            <p:nvPr/>
          </p:nvSpPr>
          <p:spPr bwMode="auto">
            <a:xfrm rot="5400000">
              <a:off x="6837871" y="3587891"/>
              <a:ext cx="1059798" cy="207871"/>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1" name="Freeform 90"/>
            <p:cNvSpPr>
              <a:spLocks/>
            </p:cNvSpPr>
            <p:nvPr/>
          </p:nvSpPr>
          <p:spPr bwMode="auto">
            <a:xfrm rot="5400000">
              <a:off x="6303998" y="3559494"/>
              <a:ext cx="1697039" cy="263530"/>
            </a:xfrm>
            <a:custGeom>
              <a:avLst/>
              <a:gdLst>
                <a:gd name="T0" fmla="*/ 746 w 1494"/>
                <a:gd name="T1" fmla="*/ 0 h 232"/>
                <a:gd name="T2" fmla="*/ 0 w 1494"/>
                <a:gd name="T3" fmla="*/ 224 h 232"/>
                <a:gd name="T4" fmla="*/ 0 w 1494"/>
                <a:gd name="T5" fmla="*/ 232 h 232"/>
                <a:gd name="T6" fmla="*/ 746 w 1494"/>
                <a:gd name="T7" fmla="*/ 10 h 232"/>
                <a:gd name="T8" fmla="*/ 1494 w 1494"/>
                <a:gd name="T9" fmla="*/ 232 h 232"/>
                <a:gd name="T10" fmla="*/ 1494 w 1494"/>
                <a:gd name="T11" fmla="*/ 224 h 232"/>
                <a:gd name="T12" fmla="*/ 746 w 1494"/>
                <a:gd name="T13" fmla="*/ 0 h 232"/>
              </a:gdLst>
              <a:ahLst/>
              <a:cxnLst>
                <a:cxn ang="0">
                  <a:pos x="T0" y="T1"/>
                </a:cxn>
                <a:cxn ang="0">
                  <a:pos x="T2" y="T3"/>
                </a:cxn>
                <a:cxn ang="0">
                  <a:pos x="T4" y="T5"/>
                </a:cxn>
                <a:cxn ang="0">
                  <a:pos x="T6" y="T7"/>
                </a:cxn>
                <a:cxn ang="0">
                  <a:pos x="T8" y="T9"/>
                </a:cxn>
                <a:cxn ang="0">
                  <a:pos x="T10" y="T11"/>
                </a:cxn>
                <a:cxn ang="0">
                  <a:pos x="T12" y="T13"/>
                </a:cxn>
              </a:cxnLst>
              <a:rect l="0" t="0" r="r" b="b"/>
              <a:pathLst>
                <a:path w="1494" h="232">
                  <a:moveTo>
                    <a:pt x="746" y="0"/>
                  </a:moveTo>
                  <a:lnTo>
                    <a:pt x="0" y="224"/>
                  </a:lnTo>
                  <a:lnTo>
                    <a:pt x="0" y="232"/>
                  </a:lnTo>
                  <a:lnTo>
                    <a:pt x="746" y="10"/>
                  </a:lnTo>
                  <a:lnTo>
                    <a:pt x="1494" y="232"/>
                  </a:lnTo>
                  <a:lnTo>
                    <a:pt x="1494" y="224"/>
                  </a:lnTo>
                  <a:lnTo>
                    <a:pt x="746"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2" name="Freeform 91"/>
            <p:cNvSpPr>
              <a:spLocks/>
            </p:cNvSpPr>
            <p:nvPr/>
          </p:nvSpPr>
          <p:spPr bwMode="auto">
            <a:xfrm rot="5400000">
              <a:off x="5804200" y="3621969"/>
              <a:ext cx="1697039" cy="138580"/>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3" name="Freeform 92"/>
            <p:cNvSpPr>
              <a:spLocks/>
            </p:cNvSpPr>
            <p:nvPr/>
          </p:nvSpPr>
          <p:spPr bwMode="auto">
            <a:xfrm rot="5400000">
              <a:off x="4000386" y="3529960"/>
              <a:ext cx="1059798" cy="323733"/>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4" name="Freeform 93"/>
            <p:cNvSpPr>
              <a:spLocks/>
            </p:cNvSpPr>
            <p:nvPr/>
          </p:nvSpPr>
          <p:spPr bwMode="auto">
            <a:xfrm rot="5400000">
              <a:off x="4466105" y="3587891"/>
              <a:ext cx="1059798" cy="207871"/>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5" name="Freeform 94"/>
            <p:cNvSpPr>
              <a:spLocks/>
            </p:cNvSpPr>
            <p:nvPr/>
          </p:nvSpPr>
          <p:spPr bwMode="auto">
            <a:xfrm rot="5400000">
              <a:off x="4362170" y="3558926"/>
              <a:ext cx="1697039" cy="264666"/>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6" name="Freeform 95"/>
            <p:cNvSpPr>
              <a:spLocks/>
            </p:cNvSpPr>
            <p:nvPr/>
          </p:nvSpPr>
          <p:spPr bwMode="auto">
            <a:xfrm rot="5400000">
              <a:off x="4862537" y="3621969"/>
              <a:ext cx="1697039" cy="138580"/>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7" name="Freeform 96"/>
            <p:cNvSpPr>
              <a:spLocks/>
            </p:cNvSpPr>
            <p:nvPr/>
          </p:nvSpPr>
          <p:spPr bwMode="auto">
            <a:xfrm rot="5400000">
              <a:off x="5303835" y="3621400"/>
              <a:ext cx="2335417" cy="139716"/>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sp>
          <p:nvSpPr>
            <p:cNvPr id="38" name="Freeform 97"/>
            <p:cNvSpPr>
              <a:spLocks/>
            </p:cNvSpPr>
            <p:nvPr/>
          </p:nvSpPr>
          <p:spPr bwMode="auto">
            <a:xfrm rot="5400000">
              <a:off x="4713165" y="3623672"/>
              <a:ext cx="2335417" cy="135173"/>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chemeClr val="bg1">
                <a:alpha val="25000"/>
              </a:schemeClr>
            </a:solidFill>
            <a:ln>
              <a:noFill/>
            </a:ln>
          </p:spPr>
          <p:txBody>
            <a:bodyPr vert="horz" wrap="square" lIns="91416" tIns="45708" rIns="91416" bIns="45708" numCol="1" anchor="t" anchorCtr="0" compatLnSpc="1">
              <a:prstTxWarp prst="textNoShape">
                <a:avLst/>
              </a:prstTxWarp>
            </a:bodyPr>
            <a:lstStyle/>
            <a:p>
              <a:endParaRPr lang="id-ID" sz="2399"/>
            </a:p>
          </p:txBody>
        </p:sp>
      </p:grpSp>
      <p:cxnSp>
        <p:nvCxnSpPr>
          <p:cNvPr id="39" name="Straight Connector 38"/>
          <p:cNvCxnSpPr/>
          <p:nvPr userDrawn="1"/>
        </p:nvCxnSpPr>
        <p:spPr>
          <a:xfrm>
            <a:off x="6580579" y="2642919"/>
            <a:ext cx="1576646" cy="0"/>
          </a:xfrm>
          <a:prstGeom prst="line">
            <a:avLst/>
          </a:prstGeom>
          <a:ln w="19050">
            <a:solidFill>
              <a:schemeClr val="accent5">
                <a:lumMod val="60000"/>
                <a:lumOff val="40000"/>
              </a:schemeClr>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Text Placeholder 29"/>
          <p:cNvSpPr>
            <a:spLocks noGrp="1"/>
          </p:cNvSpPr>
          <p:nvPr userDrawn="1">
            <p:ph type="body" sz="quarter" idx="12" hasCustomPrompt="1"/>
          </p:nvPr>
        </p:nvSpPr>
        <p:spPr>
          <a:xfrm>
            <a:off x="455612" y="277284"/>
            <a:ext cx="9974263" cy="582083"/>
          </a:xfrm>
          <a:prstGeom prst="rect">
            <a:avLst/>
          </a:prstGeom>
        </p:spPr>
        <p:txBody>
          <a:bodyPr anchor="ctr">
            <a:normAutofit/>
          </a:bodyPr>
          <a:lstStyle>
            <a:lvl1pPr marL="0" indent="0">
              <a:buNone/>
              <a:defRPr sz="2800" baseline="0">
                <a:solidFill>
                  <a:schemeClr val="accent3"/>
                </a:solidFill>
                <a:latin typeface="+mn-lt"/>
                <a:ea typeface="Tahoma" panose="020B0604030504040204" pitchFamily="34" charset="0"/>
                <a:cs typeface="Tahoma" panose="020B0604030504040204" pitchFamily="34" charset="0"/>
              </a:defRPr>
            </a:lvl1pPr>
            <a:lvl2pPr marL="609448" indent="0">
              <a:buNone/>
              <a:defRPr/>
            </a:lvl2pPr>
            <a:lvl3pPr marL="1218895" indent="0">
              <a:buNone/>
              <a:defRPr/>
            </a:lvl3pPr>
            <a:lvl4pPr marL="1828343" indent="0">
              <a:buNone/>
              <a:defRPr/>
            </a:lvl4pPr>
            <a:lvl5pPr marL="2437790" indent="0">
              <a:buNone/>
              <a:defRPr/>
            </a:lvl5pPr>
          </a:lstStyle>
          <a:p>
            <a:r>
              <a:rPr lang="en-US" dirty="0"/>
              <a:t>Enter Title Here</a:t>
            </a:r>
          </a:p>
        </p:txBody>
      </p:sp>
      <p:sp>
        <p:nvSpPr>
          <p:cNvPr id="54" name="Text Placeholder 31"/>
          <p:cNvSpPr>
            <a:spLocks noGrp="1"/>
          </p:cNvSpPr>
          <p:nvPr userDrawn="1">
            <p:ph type="body" sz="quarter" idx="13" hasCustomPrompt="1"/>
          </p:nvPr>
        </p:nvSpPr>
        <p:spPr>
          <a:xfrm>
            <a:off x="455611" y="1195567"/>
            <a:ext cx="9974263" cy="503471"/>
          </a:xfrm>
        </p:spPr>
        <p:txBody>
          <a:bodyPr>
            <a:normAutofit/>
          </a:bodyPr>
          <a:lstStyle>
            <a:lvl1pPr marL="0" indent="0">
              <a:buNone/>
              <a:defRPr sz="24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sp>
        <p:nvSpPr>
          <p:cNvPr id="55" name="Text Placeholder 31"/>
          <p:cNvSpPr>
            <a:spLocks noGrp="1"/>
          </p:cNvSpPr>
          <p:nvPr userDrawn="1">
            <p:ph type="body" sz="quarter" idx="14" hasCustomPrompt="1"/>
          </p:nvPr>
        </p:nvSpPr>
        <p:spPr>
          <a:xfrm>
            <a:off x="2083170" y="2825941"/>
            <a:ext cx="2005678" cy="860706"/>
          </a:xfrm>
        </p:spPr>
        <p:txBody>
          <a:bodyPr>
            <a:noAutofit/>
          </a:bodyPr>
          <a:lstStyle>
            <a:lvl1pPr marL="0" indent="0">
              <a:buFont typeface="Wingdings" panose="05000000000000000000" pitchFamily="2" charset="2"/>
              <a:buNone/>
              <a:defRPr sz="12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56" name="Text Placeholder 31"/>
          <p:cNvSpPr>
            <a:spLocks noGrp="1"/>
          </p:cNvSpPr>
          <p:nvPr userDrawn="1">
            <p:ph type="body" sz="quarter" idx="15" hasCustomPrompt="1"/>
          </p:nvPr>
        </p:nvSpPr>
        <p:spPr>
          <a:xfrm>
            <a:off x="2083170" y="2367954"/>
            <a:ext cx="2005678" cy="399981"/>
          </a:xfrm>
          <a:noFill/>
        </p:spPr>
        <p:txBody>
          <a:bodyPr wrap="none" rtlCol="0">
            <a:spAutoFit/>
          </a:bodyPr>
          <a:lstStyle>
            <a:lvl1pPr marL="0" indent="0" algn="r" defTabSz="609493">
              <a:buNone/>
              <a:defRPr lang="en-US" sz="1999" dirty="0" smtClean="0">
                <a:solidFill>
                  <a:schemeClr val="accent1"/>
                </a:solidFill>
              </a:defRPr>
            </a:lvl1pPr>
          </a:lstStyle>
          <a:p>
            <a:pPr marL="0" lvl="0" defTabSz="609493"/>
            <a:r>
              <a:rPr lang="en-US" dirty="0"/>
              <a:t>Click to add text</a:t>
            </a:r>
          </a:p>
        </p:txBody>
      </p:sp>
      <p:sp>
        <p:nvSpPr>
          <p:cNvPr id="57" name="Text Placeholder 31"/>
          <p:cNvSpPr>
            <a:spLocks noGrp="1"/>
          </p:cNvSpPr>
          <p:nvPr>
            <p:ph type="body" sz="quarter" idx="16" hasCustomPrompt="1"/>
          </p:nvPr>
        </p:nvSpPr>
        <p:spPr>
          <a:xfrm>
            <a:off x="8288524" y="2625950"/>
            <a:ext cx="1990007" cy="860706"/>
          </a:xfrm>
        </p:spPr>
        <p:txBody>
          <a:bodyPr>
            <a:noAutofit/>
          </a:bodyPr>
          <a:lstStyle>
            <a:lvl1pPr marL="0" indent="0" algn="r">
              <a:buFont typeface="Wingdings" panose="05000000000000000000" pitchFamily="2" charset="2"/>
              <a:buNone/>
              <a:defRPr sz="12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58" name="Text Placeholder 31"/>
          <p:cNvSpPr>
            <a:spLocks noGrp="1"/>
          </p:cNvSpPr>
          <p:nvPr>
            <p:ph type="body" sz="quarter" idx="17" hasCustomPrompt="1"/>
          </p:nvPr>
        </p:nvSpPr>
        <p:spPr>
          <a:xfrm>
            <a:off x="8288525" y="2167963"/>
            <a:ext cx="1990007" cy="399981"/>
          </a:xfrm>
          <a:noFill/>
        </p:spPr>
        <p:txBody>
          <a:bodyPr wrap="square" rtlCol="0">
            <a:spAutoFit/>
          </a:bodyPr>
          <a:lstStyle>
            <a:lvl1pPr marL="0" indent="0" algn="r" defTabSz="609493">
              <a:buNone/>
              <a:defRPr lang="en-US" sz="1999" dirty="0" smtClean="0">
                <a:solidFill>
                  <a:schemeClr val="accent1"/>
                </a:solidFill>
              </a:defRPr>
            </a:lvl1pPr>
          </a:lstStyle>
          <a:p>
            <a:pPr marL="0" lvl="0" defTabSz="609493"/>
            <a:r>
              <a:rPr lang="en-US" dirty="0"/>
              <a:t>Click to add text</a:t>
            </a:r>
          </a:p>
        </p:txBody>
      </p:sp>
      <p:sp>
        <p:nvSpPr>
          <p:cNvPr id="59" name="Text Placeholder 31"/>
          <p:cNvSpPr>
            <a:spLocks noGrp="1"/>
          </p:cNvSpPr>
          <p:nvPr>
            <p:ph type="body" sz="quarter" idx="18" hasCustomPrompt="1"/>
          </p:nvPr>
        </p:nvSpPr>
        <p:spPr>
          <a:xfrm>
            <a:off x="813031" y="4279527"/>
            <a:ext cx="2005678" cy="654423"/>
          </a:xfrm>
        </p:spPr>
        <p:txBody>
          <a:bodyPr>
            <a:noAutofit/>
          </a:bodyPr>
          <a:lstStyle>
            <a:lvl1pPr marL="0" indent="0">
              <a:buFont typeface="Wingdings" panose="05000000000000000000" pitchFamily="2" charset="2"/>
              <a:buNone/>
              <a:defRPr sz="12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60" name="Text Placeholder 31"/>
          <p:cNvSpPr>
            <a:spLocks noGrp="1"/>
          </p:cNvSpPr>
          <p:nvPr>
            <p:ph type="body" sz="quarter" idx="19" hasCustomPrompt="1"/>
          </p:nvPr>
        </p:nvSpPr>
        <p:spPr>
          <a:xfrm>
            <a:off x="813031" y="3821540"/>
            <a:ext cx="2005678" cy="399981"/>
          </a:xfrm>
          <a:noFill/>
        </p:spPr>
        <p:txBody>
          <a:bodyPr wrap="none" rtlCol="0">
            <a:spAutoFit/>
          </a:bodyPr>
          <a:lstStyle>
            <a:lvl1pPr marL="0" indent="0" algn="r" defTabSz="609493">
              <a:buNone/>
              <a:defRPr lang="en-US" sz="1999" dirty="0" smtClean="0">
                <a:solidFill>
                  <a:schemeClr val="accent1"/>
                </a:solidFill>
              </a:defRPr>
            </a:lvl1pPr>
          </a:lstStyle>
          <a:p>
            <a:pPr marL="0" lvl="0" defTabSz="609493"/>
            <a:r>
              <a:rPr lang="en-US" dirty="0"/>
              <a:t>Click to add text</a:t>
            </a:r>
          </a:p>
        </p:txBody>
      </p:sp>
      <p:sp>
        <p:nvSpPr>
          <p:cNvPr id="61" name="Text Placeholder 31"/>
          <p:cNvSpPr>
            <a:spLocks noGrp="1"/>
          </p:cNvSpPr>
          <p:nvPr>
            <p:ph type="body" sz="quarter" idx="20" hasCustomPrompt="1"/>
          </p:nvPr>
        </p:nvSpPr>
        <p:spPr>
          <a:xfrm>
            <a:off x="9347200" y="4261323"/>
            <a:ext cx="2110684" cy="654423"/>
          </a:xfrm>
        </p:spPr>
        <p:txBody>
          <a:bodyPr>
            <a:noAutofit/>
          </a:bodyPr>
          <a:lstStyle>
            <a:lvl1pPr marL="0" indent="0">
              <a:buFont typeface="Wingdings" panose="05000000000000000000" pitchFamily="2" charset="2"/>
              <a:buNone/>
              <a:defRPr sz="12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62" name="Text Placeholder 31"/>
          <p:cNvSpPr>
            <a:spLocks noGrp="1"/>
          </p:cNvSpPr>
          <p:nvPr>
            <p:ph type="body" sz="quarter" idx="21" hasCustomPrompt="1"/>
          </p:nvPr>
        </p:nvSpPr>
        <p:spPr>
          <a:xfrm>
            <a:off x="9347200" y="3803336"/>
            <a:ext cx="2110684" cy="399981"/>
          </a:xfrm>
          <a:noFill/>
        </p:spPr>
        <p:txBody>
          <a:bodyPr wrap="square" rtlCol="0">
            <a:spAutoFit/>
          </a:bodyPr>
          <a:lstStyle>
            <a:lvl1pPr marL="0" indent="0" algn="l" defTabSz="609493">
              <a:buNone/>
              <a:defRPr lang="en-US" sz="1999" dirty="0" smtClean="0">
                <a:solidFill>
                  <a:schemeClr val="accent1"/>
                </a:solidFill>
              </a:defRPr>
            </a:lvl1pPr>
          </a:lstStyle>
          <a:p>
            <a:pPr marL="0" lvl="0" defTabSz="609493"/>
            <a:r>
              <a:rPr lang="en-US" dirty="0"/>
              <a:t>Click to add text</a:t>
            </a:r>
          </a:p>
        </p:txBody>
      </p:sp>
      <p:sp>
        <p:nvSpPr>
          <p:cNvPr id="63" name="Text Placeholder 31"/>
          <p:cNvSpPr>
            <a:spLocks noGrp="1"/>
          </p:cNvSpPr>
          <p:nvPr>
            <p:ph type="body" sz="quarter" idx="22" hasCustomPrompt="1"/>
          </p:nvPr>
        </p:nvSpPr>
        <p:spPr>
          <a:xfrm>
            <a:off x="1008597" y="5261448"/>
            <a:ext cx="7969239" cy="654423"/>
          </a:xfrm>
        </p:spPr>
        <p:txBody>
          <a:bodyPr>
            <a:noAutofit/>
          </a:bodyPr>
          <a:lstStyle>
            <a:lvl1pPr marL="0" indent="0">
              <a:buFont typeface="Wingdings" panose="05000000000000000000" pitchFamily="2" charset="2"/>
              <a:buNone/>
              <a:defRPr sz="1200" b="0">
                <a:solidFill>
                  <a:schemeClr val="accent5"/>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Tree>
    <p:extLst>
      <p:ext uri="{BB962C8B-B14F-4D97-AF65-F5344CB8AC3E}">
        <p14:creationId xmlns:p14="http://schemas.microsoft.com/office/powerpoint/2010/main" val="3297241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ic List Show">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455613" y="276226"/>
            <a:ext cx="9982200" cy="625475"/>
          </a:xfrm>
          <a:prstGeom prst="rect">
            <a:avLst/>
          </a:prstGeom>
        </p:spPr>
        <p:txBody>
          <a:bodyPr/>
          <a:lstStyle>
            <a:lvl1pPr marL="0" indent="0" algn="l">
              <a:buFont typeface="Arial" panose="020B0604020202020204" pitchFamily="34" charset="0"/>
              <a:buNone/>
              <a:defRPr/>
            </a:lvl1pPr>
          </a:lstStyle>
          <a:p>
            <a:r>
              <a:rPr lang="en-US" dirty="0"/>
              <a:t>Enter Title Here</a:t>
            </a:r>
          </a:p>
        </p:txBody>
      </p:sp>
      <p:sp>
        <p:nvSpPr>
          <p:cNvPr id="19" name="Text Placeholder 31"/>
          <p:cNvSpPr>
            <a:spLocks noGrp="1"/>
          </p:cNvSpPr>
          <p:nvPr userDrawn="1">
            <p:ph type="body" sz="quarter" idx="13" hasCustomPrompt="1"/>
          </p:nvPr>
        </p:nvSpPr>
        <p:spPr>
          <a:xfrm>
            <a:off x="455611" y="1195567"/>
            <a:ext cx="9974263" cy="503471"/>
          </a:xfrm>
        </p:spPr>
        <p:txBody>
          <a:bodyPr>
            <a:normAutofit/>
          </a:bodyPr>
          <a:lstStyle>
            <a:lvl1pPr marL="0" indent="0">
              <a:buNone/>
              <a:defRPr sz="2400" b="0">
                <a:solidFill>
                  <a:schemeClr val="accent2"/>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sp>
        <p:nvSpPr>
          <p:cNvPr id="40" name="Text Placeholder 31"/>
          <p:cNvSpPr>
            <a:spLocks noGrp="1"/>
          </p:cNvSpPr>
          <p:nvPr>
            <p:ph type="body" sz="quarter" idx="14" hasCustomPrompt="1"/>
          </p:nvPr>
        </p:nvSpPr>
        <p:spPr>
          <a:xfrm>
            <a:off x="2087750" y="2632933"/>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41" name="Text Placeholder 31"/>
          <p:cNvSpPr>
            <a:spLocks noGrp="1"/>
          </p:cNvSpPr>
          <p:nvPr>
            <p:ph type="body" sz="quarter" idx="15" hasCustomPrompt="1"/>
          </p:nvPr>
        </p:nvSpPr>
        <p:spPr>
          <a:xfrm>
            <a:off x="2087750" y="2174947"/>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42" name="Text Placeholder 31"/>
          <p:cNvSpPr>
            <a:spLocks noGrp="1"/>
          </p:cNvSpPr>
          <p:nvPr>
            <p:ph type="body" sz="quarter" idx="16" hasCustomPrompt="1"/>
          </p:nvPr>
        </p:nvSpPr>
        <p:spPr>
          <a:xfrm>
            <a:off x="2087750" y="3953289"/>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43" name="Text Placeholder 31"/>
          <p:cNvSpPr>
            <a:spLocks noGrp="1"/>
          </p:cNvSpPr>
          <p:nvPr>
            <p:ph type="body" sz="quarter" idx="17" hasCustomPrompt="1"/>
          </p:nvPr>
        </p:nvSpPr>
        <p:spPr>
          <a:xfrm>
            <a:off x="2087750" y="3495303"/>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44" name="Text Placeholder 31"/>
          <p:cNvSpPr>
            <a:spLocks noGrp="1"/>
          </p:cNvSpPr>
          <p:nvPr>
            <p:ph type="body" sz="quarter" idx="18" hasCustomPrompt="1"/>
          </p:nvPr>
        </p:nvSpPr>
        <p:spPr>
          <a:xfrm>
            <a:off x="2087750" y="5397827"/>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45" name="Text Placeholder 31"/>
          <p:cNvSpPr>
            <a:spLocks noGrp="1"/>
          </p:cNvSpPr>
          <p:nvPr>
            <p:ph type="body" sz="quarter" idx="19" hasCustomPrompt="1"/>
          </p:nvPr>
        </p:nvSpPr>
        <p:spPr>
          <a:xfrm>
            <a:off x="2087750" y="4939841"/>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46" name="Text Placeholder 31"/>
          <p:cNvSpPr>
            <a:spLocks noGrp="1"/>
          </p:cNvSpPr>
          <p:nvPr>
            <p:ph type="body" sz="quarter" idx="20" hasCustomPrompt="1"/>
          </p:nvPr>
        </p:nvSpPr>
        <p:spPr>
          <a:xfrm>
            <a:off x="7650350" y="2632933"/>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47" name="Text Placeholder 31"/>
          <p:cNvSpPr>
            <a:spLocks noGrp="1"/>
          </p:cNvSpPr>
          <p:nvPr>
            <p:ph type="body" sz="quarter" idx="21" hasCustomPrompt="1"/>
          </p:nvPr>
        </p:nvSpPr>
        <p:spPr>
          <a:xfrm>
            <a:off x="7650350" y="2174947"/>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48" name="Text Placeholder 31"/>
          <p:cNvSpPr>
            <a:spLocks noGrp="1"/>
          </p:cNvSpPr>
          <p:nvPr>
            <p:ph type="body" sz="quarter" idx="22" hasCustomPrompt="1"/>
          </p:nvPr>
        </p:nvSpPr>
        <p:spPr>
          <a:xfrm>
            <a:off x="7650350" y="3953289"/>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49" name="Text Placeholder 31"/>
          <p:cNvSpPr>
            <a:spLocks noGrp="1"/>
          </p:cNvSpPr>
          <p:nvPr>
            <p:ph type="body" sz="quarter" idx="23" hasCustomPrompt="1"/>
          </p:nvPr>
        </p:nvSpPr>
        <p:spPr>
          <a:xfrm>
            <a:off x="7650350" y="3495303"/>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50" name="Text Placeholder 31"/>
          <p:cNvSpPr>
            <a:spLocks noGrp="1"/>
          </p:cNvSpPr>
          <p:nvPr>
            <p:ph type="body" sz="quarter" idx="24" hasCustomPrompt="1"/>
          </p:nvPr>
        </p:nvSpPr>
        <p:spPr>
          <a:xfrm>
            <a:off x="7650350" y="5397827"/>
            <a:ext cx="3678050" cy="697731"/>
          </a:xfrm>
        </p:spPr>
        <p:txBody>
          <a:bodyPr>
            <a:noAutofit/>
          </a:bodyPr>
          <a:lstStyle>
            <a:lvl1pPr marL="0" indent="0" algn="l">
              <a:buFont typeface="Wingdings" panose="05000000000000000000" pitchFamily="2" charset="2"/>
              <a:buNone/>
              <a:defRPr sz="13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51" name="Text Placeholder 31"/>
          <p:cNvSpPr>
            <a:spLocks noGrp="1"/>
          </p:cNvSpPr>
          <p:nvPr>
            <p:ph type="body" sz="quarter" idx="25" hasCustomPrompt="1"/>
          </p:nvPr>
        </p:nvSpPr>
        <p:spPr>
          <a:xfrm>
            <a:off x="7650350" y="4939841"/>
            <a:ext cx="3678050" cy="369332"/>
          </a:xfrm>
          <a:noFill/>
        </p:spPr>
        <p:txBody>
          <a:bodyPr wrap="square" rtlCol="0">
            <a:spAutoFit/>
          </a:bodyPr>
          <a:lstStyle>
            <a:lvl1pPr marL="0" indent="0" algn="l" defTabSz="609493">
              <a:buNone/>
              <a:defRPr lang="en-US" sz="1800" b="1" dirty="0" smtClean="0">
                <a:solidFill>
                  <a:schemeClr val="tx1"/>
                </a:solidFill>
              </a:defRPr>
            </a:lvl1pPr>
          </a:lstStyle>
          <a:p>
            <a:pPr marL="0" lvl="0" defTabSz="609493"/>
            <a:r>
              <a:rPr lang="en-US" dirty="0"/>
              <a:t>Enter Title Here</a:t>
            </a:r>
          </a:p>
        </p:txBody>
      </p:sp>
      <p:sp>
        <p:nvSpPr>
          <p:cNvPr id="4" name="Picture Placeholder 3"/>
          <p:cNvSpPr>
            <a:spLocks noGrp="1"/>
          </p:cNvSpPr>
          <p:nvPr>
            <p:ph type="pic" sz="quarter" idx="32" hasCustomPrompt="1"/>
          </p:nvPr>
        </p:nvSpPr>
        <p:spPr>
          <a:xfrm>
            <a:off x="1014411" y="2087079"/>
            <a:ext cx="914400" cy="914400"/>
          </a:xfrm>
          <a:prstGeom prst="ellipse">
            <a:avLst/>
          </a:prstGeom>
          <a:solidFill>
            <a:schemeClr val="accent1"/>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28" name="Picture Placeholder 3"/>
          <p:cNvSpPr>
            <a:spLocks noGrp="1"/>
          </p:cNvSpPr>
          <p:nvPr>
            <p:ph type="pic" sz="quarter" idx="33" hasCustomPrompt="1"/>
          </p:nvPr>
        </p:nvSpPr>
        <p:spPr>
          <a:xfrm>
            <a:off x="1014411" y="3413049"/>
            <a:ext cx="914400" cy="914400"/>
          </a:xfrm>
          <a:prstGeom prst="ellipse">
            <a:avLst/>
          </a:prstGeom>
          <a:solidFill>
            <a:schemeClr val="accent2"/>
          </a:solidFill>
        </p:spPr>
        <p:txBody>
          <a:bodyPr wrap="none"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a:solidFill>
                  <a:schemeClr val="bg1"/>
                </a:solidFill>
              </a:defRPr>
            </a:lvl1pPr>
          </a:lstStyle>
          <a:p>
            <a:r>
              <a:rPr lang="en-US" dirty="0"/>
              <a:t>Picture</a:t>
            </a:r>
          </a:p>
        </p:txBody>
      </p:sp>
      <p:sp>
        <p:nvSpPr>
          <p:cNvPr id="30" name="Picture Placeholder 3"/>
          <p:cNvSpPr>
            <a:spLocks noGrp="1"/>
          </p:cNvSpPr>
          <p:nvPr>
            <p:ph type="pic" sz="quarter" idx="34" hasCustomPrompt="1"/>
          </p:nvPr>
        </p:nvSpPr>
        <p:spPr>
          <a:xfrm>
            <a:off x="1014411" y="4851973"/>
            <a:ext cx="914400" cy="914400"/>
          </a:xfrm>
          <a:prstGeom prst="ellipse">
            <a:avLst/>
          </a:prstGeom>
          <a:solidFill>
            <a:schemeClr val="accent3"/>
          </a:solidFill>
        </p:spPr>
        <p:txBody>
          <a:bodyPr wrap="none"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a:solidFill>
                  <a:schemeClr val="bg1"/>
                </a:solidFill>
              </a:defRPr>
            </a:lvl1pPr>
          </a:lstStyle>
          <a:p>
            <a:r>
              <a:rPr lang="en-US" dirty="0"/>
              <a:t>Picture</a:t>
            </a:r>
          </a:p>
        </p:txBody>
      </p:sp>
      <p:sp>
        <p:nvSpPr>
          <p:cNvPr id="31" name="Picture Placeholder 3"/>
          <p:cNvSpPr>
            <a:spLocks noGrp="1"/>
          </p:cNvSpPr>
          <p:nvPr>
            <p:ph type="pic" sz="quarter" idx="35" hasCustomPrompt="1"/>
          </p:nvPr>
        </p:nvSpPr>
        <p:spPr>
          <a:xfrm>
            <a:off x="6627811" y="2087079"/>
            <a:ext cx="914400" cy="914400"/>
          </a:xfrm>
          <a:prstGeom prst="ellipse">
            <a:avLst/>
          </a:prstGeom>
          <a:solidFill>
            <a:schemeClr val="accent3"/>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2" name="Picture Placeholder 3"/>
          <p:cNvSpPr>
            <a:spLocks noGrp="1"/>
          </p:cNvSpPr>
          <p:nvPr>
            <p:ph type="pic" sz="quarter" idx="36" hasCustomPrompt="1"/>
          </p:nvPr>
        </p:nvSpPr>
        <p:spPr>
          <a:xfrm>
            <a:off x="6627811" y="3413049"/>
            <a:ext cx="914400" cy="914400"/>
          </a:xfrm>
          <a:prstGeom prst="ellipse">
            <a:avLst/>
          </a:prstGeom>
          <a:solidFill>
            <a:schemeClr val="accent1"/>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3" name="Picture Placeholder 3"/>
          <p:cNvSpPr>
            <a:spLocks noGrp="1"/>
          </p:cNvSpPr>
          <p:nvPr>
            <p:ph type="pic" sz="quarter" idx="37" hasCustomPrompt="1"/>
          </p:nvPr>
        </p:nvSpPr>
        <p:spPr>
          <a:xfrm>
            <a:off x="6627811" y="4851973"/>
            <a:ext cx="914400" cy="914400"/>
          </a:xfrm>
          <a:prstGeom prst="ellipse">
            <a:avLst/>
          </a:prstGeom>
          <a:solidFill>
            <a:schemeClr val="accent2"/>
          </a:solidFill>
        </p:spPr>
        <p:txBody>
          <a:bodyPr wrap="none" anchor="ctr">
            <a:noAutofit/>
          </a:bodyPr>
          <a:lstStyle>
            <a:lvl1pPr marL="0" marR="0" indent="0" algn="ctr" defTabSz="609448" rtl="0" eaLnBrk="1" fontAlgn="auto" latinLnBrk="0" hangingPunct="1">
              <a:lnSpc>
                <a:spcPct val="100000"/>
              </a:lnSpc>
              <a:spcBef>
                <a:spcPts val="1200"/>
              </a:spcBef>
              <a:spcAft>
                <a:spcPts val="600"/>
              </a:spcAft>
              <a:buClrTx/>
              <a:buSzTx/>
              <a:buFont typeface="Wingdings" panose="05000000000000000000" pitchFamily="2" charset="2"/>
              <a:buNone/>
              <a:tabLst/>
              <a:defRPr sz="1200">
                <a:solidFill>
                  <a:schemeClr val="bg1"/>
                </a:solidFill>
              </a:defRPr>
            </a:lvl1pPr>
          </a:lstStyle>
          <a:p>
            <a:r>
              <a:rPr lang="en-US" dirty="0"/>
              <a:t>Picture</a:t>
            </a:r>
          </a:p>
        </p:txBody>
      </p:sp>
    </p:spTree>
    <p:extLst>
      <p:ext uri="{BB962C8B-B14F-4D97-AF65-F5344CB8AC3E}">
        <p14:creationId xmlns:p14="http://schemas.microsoft.com/office/powerpoint/2010/main" val="2275271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ic Matrix Chart">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455613" y="276226"/>
            <a:ext cx="9982200" cy="625475"/>
          </a:xfrm>
          <a:prstGeom prst="rect">
            <a:avLst/>
          </a:prstGeom>
        </p:spPr>
        <p:txBody>
          <a:bodyPr/>
          <a:lstStyle>
            <a:lvl1pPr marL="0" indent="0" algn="l">
              <a:buFont typeface="Arial" panose="020B0604020202020204" pitchFamily="34" charset="0"/>
              <a:buNone/>
              <a:defRPr/>
            </a:lvl1pPr>
          </a:lstStyle>
          <a:p>
            <a:r>
              <a:rPr lang="en-US" dirty="0"/>
              <a:t>Enter Title Here</a:t>
            </a:r>
          </a:p>
        </p:txBody>
      </p:sp>
      <p:sp>
        <p:nvSpPr>
          <p:cNvPr id="19" name="Text Placeholder 31"/>
          <p:cNvSpPr>
            <a:spLocks noGrp="1"/>
          </p:cNvSpPr>
          <p:nvPr userDrawn="1">
            <p:ph type="body" sz="quarter" idx="13" hasCustomPrompt="1"/>
          </p:nvPr>
        </p:nvSpPr>
        <p:spPr>
          <a:xfrm>
            <a:off x="455611" y="1195567"/>
            <a:ext cx="9974263" cy="503471"/>
          </a:xfrm>
        </p:spPr>
        <p:txBody>
          <a:bodyPr>
            <a:normAutofit/>
          </a:bodyPr>
          <a:lstStyle>
            <a:lvl1pPr marL="0" indent="0">
              <a:buNone/>
              <a:defRPr sz="2400" b="0">
                <a:solidFill>
                  <a:schemeClr val="accent2"/>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Put your great subtitle here</a:t>
            </a:r>
          </a:p>
        </p:txBody>
      </p:sp>
      <p:cxnSp>
        <p:nvCxnSpPr>
          <p:cNvPr id="22" name="Straight Connector 21"/>
          <p:cNvCxnSpPr/>
          <p:nvPr userDrawn="1"/>
        </p:nvCxnSpPr>
        <p:spPr>
          <a:xfrm>
            <a:off x="-1" y="4202895"/>
            <a:ext cx="12188825" cy="0"/>
          </a:xfrm>
          <a:prstGeom prst="line">
            <a:avLst/>
          </a:prstGeom>
          <a:ln w="2222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userDrawn="1"/>
        </p:nvCxnSpPr>
        <p:spPr>
          <a:xfrm flipV="1">
            <a:off x="1697083" y="2299995"/>
            <a:ext cx="0" cy="1514127"/>
          </a:xfrm>
          <a:prstGeom prst="line">
            <a:avLst/>
          </a:prstGeom>
          <a:ln w="22225">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userDrawn="1"/>
        </p:nvCxnSpPr>
        <p:spPr>
          <a:xfrm flipH="1">
            <a:off x="1697085" y="2288788"/>
            <a:ext cx="3735604" cy="20732"/>
          </a:xfrm>
          <a:prstGeom prst="line">
            <a:avLst/>
          </a:prstGeom>
          <a:ln w="22225">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userDrawn="1"/>
        </p:nvCxnSpPr>
        <p:spPr>
          <a:xfrm flipH="1" flipV="1">
            <a:off x="10490868" y="2309520"/>
            <a:ext cx="0" cy="1514127"/>
          </a:xfrm>
          <a:prstGeom prst="line">
            <a:avLst/>
          </a:prstGeom>
          <a:ln w="22225">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6755263" y="2288788"/>
            <a:ext cx="3735605" cy="20732"/>
          </a:xfrm>
          <a:prstGeom prst="line">
            <a:avLst/>
          </a:prstGeom>
          <a:ln w="22225">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3" name="Text Placeholder 31"/>
          <p:cNvSpPr>
            <a:spLocks noGrp="1"/>
          </p:cNvSpPr>
          <p:nvPr>
            <p:ph type="body" sz="quarter" idx="14" hasCustomPrompt="1"/>
          </p:nvPr>
        </p:nvSpPr>
        <p:spPr>
          <a:xfrm>
            <a:off x="913227"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84" name="Text Placeholder 31"/>
          <p:cNvSpPr>
            <a:spLocks noGrp="1"/>
          </p:cNvSpPr>
          <p:nvPr>
            <p:ph type="body" sz="quarter" idx="15" hasCustomPrompt="1"/>
          </p:nvPr>
        </p:nvSpPr>
        <p:spPr>
          <a:xfrm>
            <a:off x="913227"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WHAT</a:t>
            </a:r>
          </a:p>
        </p:txBody>
      </p:sp>
      <p:sp>
        <p:nvSpPr>
          <p:cNvPr id="97" name="Text Placeholder 31"/>
          <p:cNvSpPr>
            <a:spLocks noGrp="1"/>
          </p:cNvSpPr>
          <p:nvPr>
            <p:ph type="body" sz="quarter" idx="16" hasCustomPrompt="1"/>
          </p:nvPr>
        </p:nvSpPr>
        <p:spPr>
          <a:xfrm>
            <a:off x="2635630"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98" name="Text Placeholder 31"/>
          <p:cNvSpPr>
            <a:spLocks noGrp="1"/>
          </p:cNvSpPr>
          <p:nvPr>
            <p:ph type="body" sz="quarter" idx="17" hasCustomPrompt="1"/>
          </p:nvPr>
        </p:nvSpPr>
        <p:spPr>
          <a:xfrm>
            <a:off x="2635630"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WHY</a:t>
            </a:r>
          </a:p>
        </p:txBody>
      </p:sp>
      <p:sp>
        <p:nvSpPr>
          <p:cNvPr id="99" name="Text Placeholder 31"/>
          <p:cNvSpPr>
            <a:spLocks noGrp="1"/>
          </p:cNvSpPr>
          <p:nvPr>
            <p:ph type="body" sz="quarter" idx="18" hasCustomPrompt="1"/>
          </p:nvPr>
        </p:nvSpPr>
        <p:spPr>
          <a:xfrm>
            <a:off x="4407053"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00" name="Text Placeholder 31"/>
          <p:cNvSpPr>
            <a:spLocks noGrp="1"/>
          </p:cNvSpPr>
          <p:nvPr>
            <p:ph type="body" sz="quarter" idx="19" hasCustomPrompt="1"/>
          </p:nvPr>
        </p:nvSpPr>
        <p:spPr>
          <a:xfrm>
            <a:off x="4407053"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WHERE</a:t>
            </a:r>
          </a:p>
        </p:txBody>
      </p:sp>
      <p:sp>
        <p:nvSpPr>
          <p:cNvPr id="101" name="Text Placeholder 31"/>
          <p:cNvSpPr>
            <a:spLocks noGrp="1"/>
          </p:cNvSpPr>
          <p:nvPr>
            <p:ph type="body" sz="quarter" idx="20" hasCustomPrompt="1"/>
          </p:nvPr>
        </p:nvSpPr>
        <p:spPr>
          <a:xfrm>
            <a:off x="6171305"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02" name="Text Placeholder 31"/>
          <p:cNvSpPr>
            <a:spLocks noGrp="1"/>
          </p:cNvSpPr>
          <p:nvPr>
            <p:ph type="body" sz="quarter" idx="21" hasCustomPrompt="1"/>
          </p:nvPr>
        </p:nvSpPr>
        <p:spPr>
          <a:xfrm>
            <a:off x="6171305"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WHEN</a:t>
            </a:r>
          </a:p>
        </p:txBody>
      </p:sp>
      <p:sp>
        <p:nvSpPr>
          <p:cNvPr id="103" name="Text Placeholder 31"/>
          <p:cNvSpPr>
            <a:spLocks noGrp="1"/>
          </p:cNvSpPr>
          <p:nvPr>
            <p:ph type="body" sz="quarter" idx="22" hasCustomPrompt="1"/>
          </p:nvPr>
        </p:nvSpPr>
        <p:spPr>
          <a:xfrm>
            <a:off x="7942941"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04" name="Text Placeholder 31"/>
          <p:cNvSpPr>
            <a:spLocks noGrp="1"/>
          </p:cNvSpPr>
          <p:nvPr>
            <p:ph type="body" sz="quarter" idx="23" hasCustomPrompt="1"/>
          </p:nvPr>
        </p:nvSpPr>
        <p:spPr>
          <a:xfrm>
            <a:off x="7942941"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WHO</a:t>
            </a:r>
          </a:p>
        </p:txBody>
      </p:sp>
      <p:sp>
        <p:nvSpPr>
          <p:cNvPr id="105" name="Text Placeholder 31"/>
          <p:cNvSpPr>
            <a:spLocks noGrp="1"/>
          </p:cNvSpPr>
          <p:nvPr>
            <p:ph type="body" sz="quarter" idx="24" hasCustomPrompt="1"/>
          </p:nvPr>
        </p:nvSpPr>
        <p:spPr>
          <a:xfrm>
            <a:off x="9694312" y="5231224"/>
            <a:ext cx="1593112" cy="697731"/>
          </a:xfrm>
        </p:spPr>
        <p:txBody>
          <a:bodyPr>
            <a:noAutofit/>
          </a:bodyPr>
          <a:lstStyle>
            <a:lvl1pPr marL="0" indent="0" algn="ctr">
              <a:buFont typeface="Wingdings" panose="05000000000000000000" pitchFamily="2" charset="2"/>
              <a:buNone/>
              <a:defRPr sz="1100" b="0">
                <a:solidFill>
                  <a:schemeClr val="tx2">
                    <a:lumMod val="75000"/>
                  </a:schemeClr>
                </a:solidFill>
              </a:defRPr>
            </a:lvl1pPr>
            <a:lvl2pPr marL="609447" indent="0">
              <a:buNone/>
              <a:defRPr/>
            </a:lvl2pPr>
            <a:lvl3pPr marL="1218895" indent="0">
              <a:buNone/>
              <a:defRPr/>
            </a:lvl3pPr>
            <a:lvl4pPr marL="1828343" indent="0">
              <a:buNone/>
              <a:defRPr/>
            </a:lvl4pPr>
            <a:lvl5pPr marL="2437790" indent="0">
              <a:buNone/>
              <a:defRPr/>
            </a:lvl5pPr>
          </a:lstStyle>
          <a:p>
            <a:pPr lvl="0"/>
            <a:r>
              <a:rPr lang="en-US" dirty="0"/>
              <a:t>Click to add text</a:t>
            </a:r>
          </a:p>
        </p:txBody>
      </p:sp>
      <p:sp>
        <p:nvSpPr>
          <p:cNvPr id="106" name="Text Placeholder 31"/>
          <p:cNvSpPr>
            <a:spLocks noGrp="1"/>
          </p:cNvSpPr>
          <p:nvPr>
            <p:ph type="body" sz="quarter" idx="25" hasCustomPrompt="1"/>
          </p:nvPr>
        </p:nvSpPr>
        <p:spPr>
          <a:xfrm>
            <a:off x="9694312" y="4854056"/>
            <a:ext cx="1593112" cy="307777"/>
          </a:xfrm>
          <a:noFill/>
        </p:spPr>
        <p:txBody>
          <a:bodyPr wrap="square" rtlCol="0">
            <a:spAutoFit/>
          </a:bodyPr>
          <a:lstStyle>
            <a:lvl1pPr marL="0" indent="0" algn="ctr" defTabSz="609493">
              <a:buNone/>
              <a:defRPr lang="en-US" sz="1400" b="1" dirty="0" smtClean="0">
                <a:solidFill>
                  <a:schemeClr val="tx1"/>
                </a:solidFill>
              </a:defRPr>
            </a:lvl1pPr>
          </a:lstStyle>
          <a:p>
            <a:pPr marL="0" lvl="0" defTabSz="609493"/>
            <a:r>
              <a:rPr lang="en-US" dirty="0"/>
              <a:t>HOW</a:t>
            </a:r>
          </a:p>
        </p:txBody>
      </p:sp>
      <p:sp>
        <p:nvSpPr>
          <p:cNvPr id="107" name="Text Placeholder 31"/>
          <p:cNvSpPr>
            <a:spLocks noGrp="1"/>
          </p:cNvSpPr>
          <p:nvPr>
            <p:ph type="body" sz="quarter" idx="26" hasCustomPrompt="1"/>
          </p:nvPr>
        </p:nvSpPr>
        <p:spPr>
          <a:xfrm>
            <a:off x="4665668" y="3064457"/>
            <a:ext cx="2857488" cy="461665"/>
          </a:xfrm>
          <a:noFill/>
        </p:spPr>
        <p:txBody>
          <a:bodyPr wrap="square" rtlCol="0">
            <a:spAutoFit/>
          </a:bodyPr>
          <a:lstStyle>
            <a:lvl1pPr marL="0" indent="0" algn="ctr" defTabSz="609493">
              <a:buNone/>
              <a:defRPr lang="en-US" sz="2400" b="1" dirty="0" smtClean="0">
                <a:solidFill>
                  <a:schemeClr val="tx1"/>
                </a:solidFill>
              </a:defRPr>
            </a:lvl1pPr>
          </a:lstStyle>
          <a:p>
            <a:pPr marL="0" lvl="0" defTabSz="609493"/>
            <a:r>
              <a:rPr lang="en-US" dirty="0"/>
              <a:t>Click to add text</a:t>
            </a:r>
          </a:p>
        </p:txBody>
      </p:sp>
      <p:sp>
        <p:nvSpPr>
          <p:cNvPr id="29" name="Picture Placeholder 3"/>
          <p:cNvSpPr>
            <a:spLocks noGrp="1"/>
          </p:cNvSpPr>
          <p:nvPr>
            <p:ph type="pic" sz="quarter" idx="34" hasCustomPrompt="1"/>
          </p:nvPr>
        </p:nvSpPr>
        <p:spPr>
          <a:xfrm>
            <a:off x="1252583" y="3695911"/>
            <a:ext cx="914400" cy="914400"/>
          </a:xfrm>
          <a:prstGeom prst="ellipse">
            <a:avLst/>
          </a:prstGeom>
          <a:solidFill>
            <a:schemeClr val="accent3"/>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0" name="Picture Placeholder 3"/>
          <p:cNvSpPr>
            <a:spLocks noGrp="1"/>
          </p:cNvSpPr>
          <p:nvPr>
            <p:ph type="pic" sz="quarter" idx="35" hasCustomPrompt="1"/>
          </p:nvPr>
        </p:nvSpPr>
        <p:spPr>
          <a:xfrm>
            <a:off x="3008800" y="3695911"/>
            <a:ext cx="914400" cy="914400"/>
          </a:xfrm>
          <a:prstGeom prst="ellipse">
            <a:avLst/>
          </a:prstGeom>
          <a:solidFill>
            <a:schemeClr val="accent1"/>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2" name="Picture Placeholder 3"/>
          <p:cNvSpPr>
            <a:spLocks noGrp="1"/>
          </p:cNvSpPr>
          <p:nvPr>
            <p:ph type="pic" sz="quarter" idx="36" hasCustomPrompt="1"/>
          </p:nvPr>
        </p:nvSpPr>
        <p:spPr>
          <a:xfrm>
            <a:off x="4765017" y="3695911"/>
            <a:ext cx="914400" cy="914400"/>
          </a:xfrm>
          <a:prstGeom prst="ellipse">
            <a:avLst/>
          </a:prstGeom>
          <a:solidFill>
            <a:schemeClr val="accent1">
              <a:lumMod val="40000"/>
              <a:lumOff val="60000"/>
            </a:schemeClr>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3" name="Picture Placeholder 3"/>
          <p:cNvSpPr>
            <a:spLocks noGrp="1"/>
          </p:cNvSpPr>
          <p:nvPr>
            <p:ph type="pic" sz="quarter" idx="37" hasCustomPrompt="1"/>
          </p:nvPr>
        </p:nvSpPr>
        <p:spPr>
          <a:xfrm>
            <a:off x="6521234" y="3695911"/>
            <a:ext cx="914400" cy="914400"/>
          </a:xfrm>
          <a:prstGeom prst="ellipse">
            <a:avLst/>
          </a:prstGeom>
          <a:solidFill>
            <a:schemeClr val="accent2"/>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5" name="Picture Placeholder 3"/>
          <p:cNvSpPr>
            <a:spLocks noGrp="1"/>
          </p:cNvSpPr>
          <p:nvPr>
            <p:ph type="pic" sz="quarter" idx="38" hasCustomPrompt="1"/>
          </p:nvPr>
        </p:nvSpPr>
        <p:spPr>
          <a:xfrm>
            <a:off x="8277451" y="3695911"/>
            <a:ext cx="914400" cy="914400"/>
          </a:xfrm>
          <a:prstGeom prst="ellipse">
            <a:avLst/>
          </a:prstGeom>
          <a:solidFill>
            <a:schemeClr val="accent2">
              <a:lumMod val="20000"/>
              <a:lumOff val="80000"/>
            </a:schemeClr>
          </a:solidFill>
        </p:spPr>
        <p:txBody>
          <a:bodyPr wrap="none" anchor="ctr">
            <a:noAutofit/>
          </a:bodyPr>
          <a:lstStyle>
            <a:lvl1pPr marL="0" indent="0" algn="ctr">
              <a:buNone/>
              <a:defRPr sz="1200">
                <a:solidFill>
                  <a:schemeClr val="bg1"/>
                </a:solidFill>
              </a:defRPr>
            </a:lvl1pPr>
          </a:lstStyle>
          <a:p>
            <a:r>
              <a:rPr lang="en-US" dirty="0"/>
              <a:t>Picture</a:t>
            </a:r>
          </a:p>
        </p:txBody>
      </p:sp>
      <p:sp>
        <p:nvSpPr>
          <p:cNvPr id="36" name="Picture Placeholder 3"/>
          <p:cNvSpPr>
            <a:spLocks noGrp="1"/>
          </p:cNvSpPr>
          <p:nvPr>
            <p:ph type="pic" sz="quarter" idx="39" hasCustomPrompt="1"/>
          </p:nvPr>
        </p:nvSpPr>
        <p:spPr>
          <a:xfrm>
            <a:off x="10033668" y="3695911"/>
            <a:ext cx="914400" cy="914400"/>
          </a:xfrm>
          <a:prstGeom prst="ellipse">
            <a:avLst/>
          </a:prstGeom>
          <a:solidFill>
            <a:schemeClr val="accent3"/>
          </a:solidFill>
        </p:spPr>
        <p:txBody>
          <a:bodyPr wrap="none" anchor="ctr">
            <a:noAutofit/>
          </a:bodyPr>
          <a:lstStyle>
            <a:lvl1pPr marL="0" indent="0" algn="ctr">
              <a:buNone/>
              <a:defRPr sz="1200" b="0">
                <a:solidFill>
                  <a:schemeClr val="bg1"/>
                </a:solidFill>
              </a:defRPr>
            </a:lvl1pPr>
          </a:lstStyle>
          <a:p>
            <a:r>
              <a:rPr lang="en-US" dirty="0"/>
              <a:t>Picture</a:t>
            </a:r>
          </a:p>
        </p:txBody>
      </p:sp>
      <p:sp>
        <p:nvSpPr>
          <p:cNvPr id="42" name="Picture Placeholder 3"/>
          <p:cNvSpPr>
            <a:spLocks noGrp="1"/>
          </p:cNvSpPr>
          <p:nvPr>
            <p:ph type="pic" sz="quarter" idx="40" hasCustomPrompt="1"/>
          </p:nvPr>
        </p:nvSpPr>
        <p:spPr>
          <a:xfrm>
            <a:off x="5454332" y="1669440"/>
            <a:ext cx="1280160" cy="1280160"/>
          </a:xfrm>
          <a:prstGeom prst="ellipse">
            <a:avLst/>
          </a:prstGeom>
          <a:solidFill>
            <a:schemeClr val="tx1"/>
          </a:solidFill>
        </p:spPr>
        <p:txBody>
          <a:bodyPr wrap="none" anchor="ctr">
            <a:noAutofit/>
          </a:bodyPr>
          <a:lstStyle>
            <a:lvl1pPr marL="0" indent="0" algn="ctr">
              <a:buNone/>
              <a:defRPr sz="1400">
                <a:solidFill>
                  <a:schemeClr val="bg1"/>
                </a:solidFill>
              </a:defRPr>
            </a:lvl1pPr>
          </a:lstStyle>
          <a:p>
            <a:r>
              <a:rPr lang="en-US" dirty="0"/>
              <a:t>Picture</a:t>
            </a:r>
          </a:p>
        </p:txBody>
      </p:sp>
    </p:spTree>
    <p:extLst>
      <p:ext uri="{BB962C8B-B14F-4D97-AF65-F5344CB8AC3E}">
        <p14:creationId xmlns:p14="http://schemas.microsoft.com/office/powerpoint/2010/main" val="306474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0437813" cy="6134100"/>
          </a:xfrm>
          <a:solidFill>
            <a:schemeClr val="bg1"/>
          </a:solidFill>
        </p:spPr>
        <p:txBody>
          <a:bodyPr anchor="ctr"/>
          <a:lstStyle>
            <a:lvl1pPr marL="0" indent="0" algn="ctr">
              <a:buNone/>
              <a:defRPr/>
            </a:lvl1pPr>
          </a:lstStyle>
          <a:p>
            <a:endParaRPr lang="en-IN" dirty="0"/>
          </a:p>
        </p:txBody>
      </p:sp>
    </p:spTree>
    <p:extLst>
      <p:ext uri="{BB962C8B-B14F-4D97-AF65-F5344CB8AC3E}">
        <p14:creationId xmlns:p14="http://schemas.microsoft.com/office/powerpoint/2010/main" val="3278908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893"/>
            <a:ext cx="12188824" cy="6856214"/>
          </a:xfrm>
          <a:prstGeom prst="rect">
            <a:avLst/>
          </a:prstGeom>
        </p:spPr>
      </p:pic>
      <p:sp>
        <p:nvSpPr>
          <p:cNvPr id="35" name="Text Placeholder 34"/>
          <p:cNvSpPr>
            <a:spLocks noGrp="1"/>
          </p:cNvSpPr>
          <p:nvPr>
            <p:ph type="body" sz="quarter" idx="13" hasCustomPrompt="1"/>
          </p:nvPr>
        </p:nvSpPr>
        <p:spPr>
          <a:xfrm>
            <a:off x="5473592" y="4448177"/>
            <a:ext cx="5804008" cy="825836"/>
          </a:xfrm>
          <a:prstGeom prst="rect">
            <a:avLst/>
          </a:prstGeom>
        </p:spPr>
        <p:txBody>
          <a:bodyPr lIns="0" anchor="ctr"/>
          <a:lstStyle>
            <a:lvl1pPr marL="0" indent="0">
              <a:buNone/>
              <a:defRPr sz="3000" b="1">
                <a:solidFill>
                  <a:srgbClr val="243A71"/>
                </a:solidFill>
                <a:latin typeface="+mj-lt"/>
                <a:ea typeface="Tahoma" panose="020B0604030504040204" pitchFamily="34" charset="0"/>
                <a:cs typeface="Tahoma" panose="020B0604030504040204" pitchFamily="34" charset="0"/>
              </a:defRPr>
            </a:lvl1pPr>
            <a:lvl2pPr marL="609448" indent="0">
              <a:buNone/>
              <a:defRPr sz="2666">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895" indent="0">
              <a:buNone/>
              <a:defRPr sz="2399">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343"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790"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Thank you</a:t>
            </a:r>
            <a:endParaRPr lang="en-IN" dirty="0"/>
          </a:p>
        </p:txBody>
      </p:sp>
      <p:sp>
        <p:nvSpPr>
          <p:cNvPr id="36" name="Text Placeholder 34"/>
          <p:cNvSpPr>
            <a:spLocks noGrp="1"/>
          </p:cNvSpPr>
          <p:nvPr>
            <p:ph type="body" sz="quarter" idx="14" hasCustomPrompt="1"/>
          </p:nvPr>
        </p:nvSpPr>
        <p:spPr>
          <a:xfrm>
            <a:off x="5473592" y="5369264"/>
            <a:ext cx="5797948" cy="339388"/>
          </a:xfrm>
          <a:prstGeom prst="rect">
            <a:avLst/>
          </a:prstGeom>
        </p:spPr>
        <p:txBody>
          <a:bodyPr anchor="ctr"/>
          <a:lstStyle>
            <a:lvl1pPr marL="0" indent="0">
              <a:buNone/>
              <a:defRPr sz="1800" baseline="0">
                <a:solidFill>
                  <a:schemeClr val="accent1"/>
                </a:solidFill>
                <a:latin typeface="+mn-lt"/>
                <a:ea typeface="Tahoma" panose="020B0604030504040204" pitchFamily="34" charset="0"/>
                <a:cs typeface="Tahoma" panose="020B0604030504040204" pitchFamily="34" charset="0"/>
              </a:defRPr>
            </a:lvl1pPr>
            <a:lvl2pPr marL="609448" indent="0">
              <a:buNone/>
              <a:defRPr sz="2666">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895" indent="0">
              <a:buNone/>
              <a:defRPr sz="2399">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343"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790" indent="0">
              <a:buNone/>
              <a:defRPr sz="2133">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Author</a:t>
            </a:r>
            <a:endParaRPr lang="en-IN" dirty="0"/>
          </a:p>
        </p:txBody>
      </p:sp>
      <p:sp>
        <p:nvSpPr>
          <p:cNvPr id="8" name="Rectangle 7"/>
          <p:cNvSpPr/>
          <p:nvPr userDrawn="1"/>
        </p:nvSpPr>
        <p:spPr>
          <a:xfrm>
            <a:off x="5473591" y="6400910"/>
            <a:ext cx="5805323" cy="246221"/>
          </a:xfrm>
          <a:prstGeom prst="rect">
            <a:avLst/>
          </a:prstGeom>
        </p:spPr>
        <p:txBody>
          <a:bodyPr wrap="square">
            <a:spAutoFit/>
          </a:bodyPr>
          <a:lstStyle/>
          <a:p>
            <a:pPr algn="l"/>
            <a:r>
              <a:rPr lang="en-IN" sz="1000" dirty="0">
                <a:solidFill>
                  <a:schemeClr val="tx1">
                    <a:lumMod val="75000"/>
                  </a:schemeClr>
                </a:solidFill>
                <a:latin typeface="+mn-lt"/>
              </a:rPr>
              <a:t>© 2016 Incessant Technologies | www.incessanttechnologies.com</a:t>
            </a:r>
          </a:p>
        </p:txBody>
      </p:sp>
      <p:grpSp>
        <p:nvGrpSpPr>
          <p:cNvPr id="19" name="Group 18"/>
          <p:cNvGrpSpPr/>
          <p:nvPr userDrawn="1"/>
        </p:nvGrpSpPr>
        <p:grpSpPr>
          <a:xfrm>
            <a:off x="6138755" y="3643316"/>
            <a:ext cx="431800" cy="431800"/>
            <a:chOff x="6138755" y="3643316"/>
            <a:chExt cx="431800" cy="431800"/>
          </a:xfrm>
        </p:grpSpPr>
        <p:sp>
          <p:nvSpPr>
            <p:cNvPr id="7" name="Freeform 5">
              <a:hlinkClick r:id="rId3"/>
            </p:cNvPr>
            <p:cNvSpPr>
              <a:spLocks/>
            </p:cNvSpPr>
            <p:nvPr userDrawn="1"/>
          </p:nvSpPr>
          <p:spPr bwMode="auto">
            <a:xfrm>
              <a:off x="6138755" y="3643316"/>
              <a:ext cx="431800" cy="431800"/>
            </a:xfrm>
            <a:custGeom>
              <a:avLst/>
              <a:gdLst>
                <a:gd name="T0" fmla="*/ 2247 w 4078"/>
                <a:gd name="T1" fmla="*/ 4070 h 4080"/>
                <a:gd name="T2" fmla="*/ 2549 w 4078"/>
                <a:gd name="T3" fmla="*/ 4015 h 4080"/>
                <a:gd name="T4" fmla="*/ 2833 w 4078"/>
                <a:gd name="T5" fmla="*/ 3920 h 4080"/>
                <a:gd name="T6" fmla="*/ 3096 w 4078"/>
                <a:gd name="T7" fmla="*/ 3784 h 4080"/>
                <a:gd name="T8" fmla="*/ 3336 w 4078"/>
                <a:gd name="T9" fmla="*/ 3615 h 4080"/>
                <a:gd name="T10" fmla="*/ 3548 w 4078"/>
                <a:gd name="T11" fmla="*/ 3412 h 4080"/>
                <a:gd name="T12" fmla="*/ 3730 w 4078"/>
                <a:gd name="T13" fmla="*/ 3181 h 4080"/>
                <a:gd name="T14" fmla="*/ 3877 w 4078"/>
                <a:gd name="T15" fmla="*/ 2924 h 4080"/>
                <a:gd name="T16" fmla="*/ 3986 w 4078"/>
                <a:gd name="T17" fmla="*/ 2646 h 4080"/>
                <a:gd name="T18" fmla="*/ 4055 w 4078"/>
                <a:gd name="T19" fmla="*/ 2351 h 4080"/>
                <a:gd name="T20" fmla="*/ 4078 w 4078"/>
                <a:gd name="T21" fmla="*/ 2039 h 4080"/>
                <a:gd name="T22" fmla="*/ 4055 w 4078"/>
                <a:gd name="T23" fmla="*/ 1729 h 4080"/>
                <a:gd name="T24" fmla="*/ 3986 w 4078"/>
                <a:gd name="T25" fmla="*/ 1434 h 4080"/>
                <a:gd name="T26" fmla="*/ 3877 w 4078"/>
                <a:gd name="T27" fmla="*/ 1156 h 4080"/>
                <a:gd name="T28" fmla="*/ 3730 w 4078"/>
                <a:gd name="T29" fmla="*/ 899 h 4080"/>
                <a:gd name="T30" fmla="*/ 3548 w 4078"/>
                <a:gd name="T31" fmla="*/ 668 h 4080"/>
                <a:gd name="T32" fmla="*/ 3336 w 4078"/>
                <a:gd name="T33" fmla="*/ 465 h 4080"/>
                <a:gd name="T34" fmla="*/ 3096 w 4078"/>
                <a:gd name="T35" fmla="*/ 296 h 4080"/>
                <a:gd name="T36" fmla="*/ 2833 w 4078"/>
                <a:gd name="T37" fmla="*/ 160 h 4080"/>
                <a:gd name="T38" fmla="*/ 2549 w 4078"/>
                <a:gd name="T39" fmla="*/ 65 h 4080"/>
                <a:gd name="T40" fmla="*/ 2247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3 w 4078"/>
                <a:gd name="T59" fmla="*/ 1339 h 4080"/>
                <a:gd name="T60" fmla="*/ 41 w 4078"/>
                <a:gd name="T61" fmla="*/ 1629 h 4080"/>
                <a:gd name="T62" fmla="*/ 2 w 4078"/>
                <a:gd name="T63" fmla="*/ 1935 h 4080"/>
                <a:gd name="T64" fmla="*/ 11 w 4078"/>
                <a:gd name="T65" fmla="*/ 2249 h 4080"/>
                <a:gd name="T66" fmla="*/ 64 w 4078"/>
                <a:gd name="T67" fmla="*/ 2550 h 4080"/>
                <a:gd name="T68" fmla="*/ 161 w 4078"/>
                <a:gd name="T69" fmla="*/ 2834 h 4080"/>
                <a:gd name="T70" fmla="*/ 295 w 4078"/>
                <a:gd name="T71" fmla="*/ 3098 h 4080"/>
                <a:gd name="T72" fmla="*/ 466 w 4078"/>
                <a:gd name="T73" fmla="*/ 3338 h 4080"/>
                <a:gd name="T74" fmla="*/ 668 w 4078"/>
                <a:gd name="T75" fmla="*/ 3550 h 4080"/>
                <a:gd name="T76" fmla="*/ 898 w 4078"/>
                <a:gd name="T77" fmla="*/ 3731 h 4080"/>
                <a:gd name="T78" fmla="*/ 1154 w 4078"/>
                <a:gd name="T79" fmla="*/ 3879 h 4080"/>
                <a:gd name="T80" fmla="*/ 1432 w 4078"/>
                <a:gd name="T81" fmla="*/ 3988 h 4080"/>
                <a:gd name="T82" fmla="*/ 1729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7" y="4070"/>
                  </a:lnTo>
                  <a:lnTo>
                    <a:pt x="2349" y="4056"/>
                  </a:lnTo>
                  <a:lnTo>
                    <a:pt x="2450" y="4038"/>
                  </a:lnTo>
                  <a:lnTo>
                    <a:pt x="2549" y="4015"/>
                  </a:lnTo>
                  <a:lnTo>
                    <a:pt x="2646" y="3988"/>
                  </a:lnTo>
                  <a:lnTo>
                    <a:pt x="2740" y="3956"/>
                  </a:lnTo>
                  <a:lnTo>
                    <a:pt x="2833" y="3920"/>
                  </a:lnTo>
                  <a:lnTo>
                    <a:pt x="2922" y="3879"/>
                  </a:lnTo>
                  <a:lnTo>
                    <a:pt x="3011" y="3834"/>
                  </a:lnTo>
                  <a:lnTo>
                    <a:pt x="3096" y="3784"/>
                  </a:lnTo>
                  <a:lnTo>
                    <a:pt x="3178" y="3731"/>
                  </a:lnTo>
                  <a:lnTo>
                    <a:pt x="3259" y="3675"/>
                  </a:lnTo>
                  <a:lnTo>
                    <a:pt x="3336" y="3615"/>
                  </a:lnTo>
                  <a:lnTo>
                    <a:pt x="3410" y="3550"/>
                  </a:lnTo>
                  <a:lnTo>
                    <a:pt x="3480" y="3482"/>
                  </a:lnTo>
                  <a:lnTo>
                    <a:pt x="3548" y="3412"/>
                  </a:lnTo>
                  <a:lnTo>
                    <a:pt x="3612" y="3338"/>
                  </a:lnTo>
                  <a:lnTo>
                    <a:pt x="3673" y="3261"/>
                  </a:lnTo>
                  <a:lnTo>
                    <a:pt x="3730" y="3181"/>
                  </a:lnTo>
                  <a:lnTo>
                    <a:pt x="3783" y="3098"/>
                  </a:lnTo>
                  <a:lnTo>
                    <a:pt x="3832" y="3013"/>
                  </a:lnTo>
                  <a:lnTo>
                    <a:pt x="3877" y="2924"/>
                  </a:lnTo>
                  <a:lnTo>
                    <a:pt x="3917" y="2834"/>
                  </a:lnTo>
                  <a:lnTo>
                    <a:pt x="3954" y="2741"/>
                  </a:lnTo>
                  <a:lnTo>
                    <a:pt x="3986" y="2646"/>
                  </a:lnTo>
                  <a:lnTo>
                    <a:pt x="4014" y="2550"/>
                  </a:lnTo>
                  <a:lnTo>
                    <a:pt x="4037" y="2451"/>
                  </a:lnTo>
                  <a:lnTo>
                    <a:pt x="4055" y="2351"/>
                  </a:lnTo>
                  <a:lnTo>
                    <a:pt x="4067" y="2249"/>
                  </a:lnTo>
                  <a:lnTo>
                    <a:pt x="4076" y="2145"/>
                  </a:lnTo>
                  <a:lnTo>
                    <a:pt x="4078" y="2039"/>
                  </a:lnTo>
                  <a:lnTo>
                    <a:pt x="4076" y="1935"/>
                  </a:lnTo>
                  <a:lnTo>
                    <a:pt x="4067" y="1831"/>
                  </a:lnTo>
                  <a:lnTo>
                    <a:pt x="4055" y="1729"/>
                  </a:lnTo>
                  <a:lnTo>
                    <a:pt x="4037" y="1629"/>
                  </a:lnTo>
                  <a:lnTo>
                    <a:pt x="4014" y="1530"/>
                  </a:lnTo>
                  <a:lnTo>
                    <a:pt x="3986" y="1434"/>
                  </a:lnTo>
                  <a:lnTo>
                    <a:pt x="3954" y="1339"/>
                  </a:lnTo>
                  <a:lnTo>
                    <a:pt x="3917" y="1246"/>
                  </a:lnTo>
                  <a:lnTo>
                    <a:pt x="3877" y="1156"/>
                  </a:lnTo>
                  <a:lnTo>
                    <a:pt x="3832" y="1068"/>
                  </a:lnTo>
                  <a:lnTo>
                    <a:pt x="3783" y="982"/>
                  </a:lnTo>
                  <a:lnTo>
                    <a:pt x="3730" y="899"/>
                  </a:lnTo>
                  <a:lnTo>
                    <a:pt x="3673" y="819"/>
                  </a:lnTo>
                  <a:lnTo>
                    <a:pt x="3612" y="742"/>
                  </a:lnTo>
                  <a:lnTo>
                    <a:pt x="3548" y="668"/>
                  </a:lnTo>
                  <a:lnTo>
                    <a:pt x="3480" y="598"/>
                  </a:lnTo>
                  <a:lnTo>
                    <a:pt x="3410" y="530"/>
                  </a:lnTo>
                  <a:lnTo>
                    <a:pt x="3336" y="465"/>
                  </a:lnTo>
                  <a:lnTo>
                    <a:pt x="3259" y="405"/>
                  </a:lnTo>
                  <a:lnTo>
                    <a:pt x="3178" y="349"/>
                  </a:lnTo>
                  <a:lnTo>
                    <a:pt x="3096" y="296"/>
                  </a:lnTo>
                  <a:lnTo>
                    <a:pt x="3011" y="247"/>
                  </a:lnTo>
                  <a:lnTo>
                    <a:pt x="2922" y="201"/>
                  </a:lnTo>
                  <a:lnTo>
                    <a:pt x="2833" y="160"/>
                  </a:lnTo>
                  <a:lnTo>
                    <a:pt x="2740" y="124"/>
                  </a:lnTo>
                  <a:lnTo>
                    <a:pt x="2646" y="92"/>
                  </a:lnTo>
                  <a:lnTo>
                    <a:pt x="2549" y="65"/>
                  </a:lnTo>
                  <a:lnTo>
                    <a:pt x="2450" y="42"/>
                  </a:lnTo>
                  <a:lnTo>
                    <a:pt x="2349" y="24"/>
                  </a:lnTo>
                  <a:lnTo>
                    <a:pt x="2247" y="10"/>
                  </a:lnTo>
                  <a:lnTo>
                    <a:pt x="2144" y="3"/>
                  </a:lnTo>
                  <a:lnTo>
                    <a:pt x="2039" y="0"/>
                  </a:lnTo>
                  <a:lnTo>
                    <a:pt x="1934" y="3"/>
                  </a:lnTo>
                  <a:lnTo>
                    <a:pt x="1831" y="10"/>
                  </a:lnTo>
                  <a:lnTo>
                    <a:pt x="1729" y="24"/>
                  </a:lnTo>
                  <a:lnTo>
                    <a:pt x="1628" y="42"/>
                  </a:lnTo>
                  <a:lnTo>
                    <a:pt x="1529" y="65"/>
                  </a:lnTo>
                  <a:lnTo>
                    <a:pt x="1432" y="92"/>
                  </a:lnTo>
                  <a:lnTo>
                    <a:pt x="1338" y="124"/>
                  </a:lnTo>
                  <a:lnTo>
                    <a:pt x="1245" y="160"/>
                  </a:lnTo>
                  <a:lnTo>
                    <a:pt x="1154" y="201"/>
                  </a:lnTo>
                  <a:lnTo>
                    <a:pt x="1067" y="247"/>
                  </a:lnTo>
                  <a:lnTo>
                    <a:pt x="982" y="296"/>
                  </a:lnTo>
                  <a:lnTo>
                    <a:pt x="898" y="349"/>
                  </a:lnTo>
                  <a:lnTo>
                    <a:pt x="819" y="405"/>
                  </a:lnTo>
                  <a:lnTo>
                    <a:pt x="742" y="465"/>
                  </a:lnTo>
                  <a:lnTo>
                    <a:pt x="668" y="530"/>
                  </a:lnTo>
                  <a:lnTo>
                    <a:pt x="597" y="598"/>
                  </a:lnTo>
                  <a:lnTo>
                    <a:pt x="530" y="668"/>
                  </a:lnTo>
                  <a:lnTo>
                    <a:pt x="466" y="742"/>
                  </a:lnTo>
                  <a:lnTo>
                    <a:pt x="405" y="819"/>
                  </a:lnTo>
                  <a:lnTo>
                    <a:pt x="348" y="899"/>
                  </a:lnTo>
                  <a:lnTo>
                    <a:pt x="295" y="982"/>
                  </a:lnTo>
                  <a:lnTo>
                    <a:pt x="246" y="1068"/>
                  </a:lnTo>
                  <a:lnTo>
                    <a:pt x="201" y="1156"/>
                  </a:lnTo>
                  <a:lnTo>
                    <a:pt x="161" y="1246"/>
                  </a:lnTo>
                  <a:lnTo>
                    <a:pt x="123" y="1339"/>
                  </a:lnTo>
                  <a:lnTo>
                    <a:pt x="92" y="1434"/>
                  </a:lnTo>
                  <a:lnTo>
                    <a:pt x="64" y="1530"/>
                  </a:lnTo>
                  <a:lnTo>
                    <a:pt x="41" y="1629"/>
                  </a:lnTo>
                  <a:lnTo>
                    <a:pt x="23" y="1729"/>
                  </a:lnTo>
                  <a:lnTo>
                    <a:pt x="11" y="1831"/>
                  </a:lnTo>
                  <a:lnTo>
                    <a:pt x="2" y="1935"/>
                  </a:lnTo>
                  <a:lnTo>
                    <a:pt x="0" y="2039"/>
                  </a:lnTo>
                  <a:lnTo>
                    <a:pt x="2" y="2145"/>
                  </a:lnTo>
                  <a:lnTo>
                    <a:pt x="11" y="2249"/>
                  </a:lnTo>
                  <a:lnTo>
                    <a:pt x="23" y="2351"/>
                  </a:lnTo>
                  <a:lnTo>
                    <a:pt x="41" y="2451"/>
                  </a:lnTo>
                  <a:lnTo>
                    <a:pt x="64" y="2550"/>
                  </a:lnTo>
                  <a:lnTo>
                    <a:pt x="92" y="2646"/>
                  </a:lnTo>
                  <a:lnTo>
                    <a:pt x="123" y="2741"/>
                  </a:lnTo>
                  <a:lnTo>
                    <a:pt x="161" y="2834"/>
                  </a:lnTo>
                  <a:lnTo>
                    <a:pt x="201" y="2924"/>
                  </a:lnTo>
                  <a:lnTo>
                    <a:pt x="246" y="3013"/>
                  </a:lnTo>
                  <a:lnTo>
                    <a:pt x="295" y="3098"/>
                  </a:lnTo>
                  <a:lnTo>
                    <a:pt x="348" y="3181"/>
                  </a:lnTo>
                  <a:lnTo>
                    <a:pt x="405" y="3261"/>
                  </a:lnTo>
                  <a:lnTo>
                    <a:pt x="466" y="3338"/>
                  </a:lnTo>
                  <a:lnTo>
                    <a:pt x="530" y="3412"/>
                  </a:lnTo>
                  <a:lnTo>
                    <a:pt x="597" y="3482"/>
                  </a:lnTo>
                  <a:lnTo>
                    <a:pt x="668" y="3550"/>
                  </a:lnTo>
                  <a:lnTo>
                    <a:pt x="742" y="3615"/>
                  </a:lnTo>
                  <a:lnTo>
                    <a:pt x="819" y="3675"/>
                  </a:lnTo>
                  <a:lnTo>
                    <a:pt x="898" y="3731"/>
                  </a:lnTo>
                  <a:lnTo>
                    <a:pt x="982" y="3784"/>
                  </a:lnTo>
                  <a:lnTo>
                    <a:pt x="1067" y="3834"/>
                  </a:lnTo>
                  <a:lnTo>
                    <a:pt x="1154" y="3879"/>
                  </a:lnTo>
                  <a:lnTo>
                    <a:pt x="1245" y="3920"/>
                  </a:lnTo>
                  <a:lnTo>
                    <a:pt x="1338" y="3956"/>
                  </a:lnTo>
                  <a:lnTo>
                    <a:pt x="1432" y="3988"/>
                  </a:lnTo>
                  <a:lnTo>
                    <a:pt x="1529" y="4015"/>
                  </a:lnTo>
                  <a:lnTo>
                    <a:pt x="1628" y="4038"/>
                  </a:lnTo>
                  <a:lnTo>
                    <a:pt x="1729" y="4056"/>
                  </a:lnTo>
                  <a:lnTo>
                    <a:pt x="1831" y="4070"/>
                  </a:lnTo>
                  <a:lnTo>
                    <a:pt x="1934"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9" name="Freeform 6"/>
            <p:cNvSpPr>
              <a:spLocks/>
            </p:cNvSpPr>
            <p:nvPr userDrawn="1"/>
          </p:nvSpPr>
          <p:spPr bwMode="auto">
            <a:xfrm>
              <a:off x="6246705" y="3781429"/>
              <a:ext cx="215900" cy="176213"/>
            </a:xfrm>
            <a:custGeom>
              <a:avLst/>
              <a:gdLst>
                <a:gd name="T0" fmla="*/ 1926 w 2043"/>
                <a:gd name="T1" fmla="*/ 238 h 1661"/>
                <a:gd name="T2" fmla="*/ 1818 w 2043"/>
                <a:gd name="T3" fmla="*/ 253 h 1661"/>
                <a:gd name="T4" fmla="*/ 1890 w 2043"/>
                <a:gd name="T5" fmla="*/ 192 h 1661"/>
                <a:gd name="T6" fmla="*/ 1947 w 2043"/>
                <a:gd name="T7" fmla="*/ 117 h 1661"/>
                <a:gd name="T8" fmla="*/ 1987 w 2043"/>
                <a:gd name="T9" fmla="*/ 31 h 1661"/>
                <a:gd name="T10" fmla="*/ 1825 w 2043"/>
                <a:gd name="T11" fmla="*/ 105 h 1661"/>
                <a:gd name="T12" fmla="*/ 1690 w 2043"/>
                <a:gd name="T13" fmla="*/ 104 h 1661"/>
                <a:gd name="T14" fmla="*/ 1603 w 2043"/>
                <a:gd name="T15" fmla="*/ 44 h 1661"/>
                <a:gd name="T16" fmla="*/ 1503 w 2043"/>
                <a:gd name="T17" fmla="*/ 9 h 1661"/>
                <a:gd name="T18" fmla="*/ 1393 w 2043"/>
                <a:gd name="T19" fmla="*/ 1 h 1661"/>
                <a:gd name="T20" fmla="*/ 1290 w 2043"/>
                <a:gd name="T21" fmla="*/ 18 h 1661"/>
                <a:gd name="T22" fmla="*/ 1197 w 2043"/>
                <a:gd name="T23" fmla="*/ 61 h 1661"/>
                <a:gd name="T24" fmla="*/ 1118 w 2043"/>
                <a:gd name="T25" fmla="*/ 122 h 1661"/>
                <a:gd name="T26" fmla="*/ 1056 w 2043"/>
                <a:gd name="T27" fmla="*/ 202 h 1661"/>
                <a:gd name="T28" fmla="*/ 1015 w 2043"/>
                <a:gd name="T29" fmla="*/ 294 h 1661"/>
                <a:gd name="T30" fmla="*/ 996 w 2043"/>
                <a:gd name="T31" fmla="*/ 397 h 1661"/>
                <a:gd name="T32" fmla="*/ 1006 w 2043"/>
                <a:gd name="T33" fmla="*/ 515 h 1661"/>
                <a:gd name="T34" fmla="*/ 846 w 2043"/>
                <a:gd name="T35" fmla="*/ 496 h 1661"/>
                <a:gd name="T36" fmla="*/ 693 w 2043"/>
                <a:gd name="T37" fmla="*/ 457 h 1661"/>
                <a:gd name="T38" fmla="*/ 549 w 2043"/>
                <a:gd name="T39" fmla="*/ 398 h 1661"/>
                <a:gd name="T40" fmla="*/ 415 w 2043"/>
                <a:gd name="T41" fmla="*/ 322 h 1661"/>
                <a:gd name="T42" fmla="*/ 293 w 2043"/>
                <a:gd name="T43" fmla="*/ 230 h 1661"/>
                <a:gd name="T44" fmla="*/ 182 w 2043"/>
                <a:gd name="T45" fmla="*/ 124 h 1661"/>
                <a:gd name="T46" fmla="*/ 108 w 2043"/>
                <a:gd name="T47" fmla="*/ 151 h 1661"/>
                <a:gd name="T48" fmla="*/ 86 w 2043"/>
                <a:gd name="T49" fmla="*/ 288 h 1661"/>
                <a:gd name="T50" fmla="*/ 106 w 2043"/>
                <a:gd name="T51" fmla="*/ 418 h 1661"/>
                <a:gd name="T52" fmla="*/ 164 w 2043"/>
                <a:gd name="T53" fmla="*/ 532 h 1661"/>
                <a:gd name="T54" fmla="*/ 252 w 2043"/>
                <a:gd name="T55" fmla="*/ 622 h 1661"/>
                <a:gd name="T56" fmla="*/ 173 w 2043"/>
                <a:gd name="T57" fmla="*/ 621 h 1661"/>
                <a:gd name="T58" fmla="*/ 82 w 2043"/>
                <a:gd name="T59" fmla="*/ 589 h 1661"/>
                <a:gd name="T60" fmla="*/ 93 w 2043"/>
                <a:gd name="T61" fmla="*/ 682 h 1661"/>
                <a:gd name="T62" fmla="*/ 122 w 2043"/>
                <a:gd name="T63" fmla="*/ 767 h 1661"/>
                <a:gd name="T64" fmla="*/ 168 w 2043"/>
                <a:gd name="T65" fmla="*/ 843 h 1661"/>
                <a:gd name="T66" fmla="*/ 228 w 2043"/>
                <a:gd name="T67" fmla="*/ 907 h 1661"/>
                <a:gd name="T68" fmla="*/ 301 w 2043"/>
                <a:gd name="T69" fmla="*/ 957 h 1661"/>
                <a:gd name="T70" fmla="*/ 383 w 2043"/>
                <a:gd name="T71" fmla="*/ 992 h 1661"/>
                <a:gd name="T72" fmla="*/ 336 w 2043"/>
                <a:gd name="T73" fmla="*/ 1015 h 1661"/>
                <a:gd name="T74" fmla="*/ 229 w 2043"/>
                <a:gd name="T75" fmla="*/ 1007 h 1661"/>
                <a:gd name="T76" fmla="*/ 261 w 2043"/>
                <a:gd name="T77" fmla="*/ 1082 h 1661"/>
                <a:gd name="T78" fmla="*/ 307 w 2043"/>
                <a:gd name="T79" fmla="*/ 1148 h 1661"/>
                <a:gd name="T80" fmla="*/ 363 w 2043"/>
                <a:gd name="T81" fmla="*/ 1204 h 1661"/>
                <a:gd name="T82" fmla="*/ 430 w 2043"/>
                <a:gd name="T83" fmla="*/ 1249 h 1661"/>
                <a:gd name="T84" fmla="*/ 505 w 2043"/>
                <a:gd name="T85" fmla="*/ 1280 h 1661"/>
                <a:gd name="T86" fmla="*/ 587 w 2043"/>
                <a:gd name="T87" fmla="*/ 1297 h 1661"/>
                <a:gd name="T88" fmla="*/ 536 w 2043"/>
                <a:gd name="T89" fmla="*/ 1357 h 1661"/>
                <a:gd name="T90" fmla="*/ 380 w 2043"/>
                <a:gd name="T91" fmla="*/ 1431 h 1661"/>
                <a:gd name="T92" fmla="*/ 209 w 2043"/>
                <a:gd name="T93" fmla="*/ 1472 h 1661"/>
                <a:gd name="T94" fmla="*/ 50 w 2043"/>
                <a:gd name="T95" fmla="*/ 1477 h 1661"/>
                <a:gd name="T96" fmla="*/ 108 w 2043"/>
                <a:gd name="T97" fmla="*/ 1534 h 1661"/>
                <a:gd name="T98" fmla="*/ 302 w 2043"/>
                <a:gd name="T99" fmla="*/ 1611 h 1661"/>
                <a:gd name="T100" fmla="*/ 511 w 2043"/>
                <a:gd name="T101" fmla="*/ 1654 h 1661"/>
                <a:gd name="T102" fmla="*/ 783 w 2043"/>
                <a:gd name="T103" fmla="*/ 1653 h 1661"/>
                <a:gd name="T104" fmla="*/ 1098 w 2043"/>
                <a:gd name="T105" fmla="*/ 1577 h 1661"/>
                <a:gd name="T106" fmla="*/ 1359 w 2043"/>
                <a:gd name="T107" fmla="*/ 1429 h 1661"/>
                <a:gd name="T108" fmla="*/ 1564 w 2043"/>
                <a:gd name="T109" fmla="*/ 1228 h 1661"/>
                <a:gd name="T110" fmla="*/ 1714 w 2043"/>
                <a:gd name="T111" fmla="*/ 990 h 1661"/>
                <a:gd name="T112" fmla="*/ 1805 w 2043"/>
                <a:gd name="T113" fmla="*/ 732 h 1661"/>
                <a:gd name="T114" fmla="*/ 1835 w 2043"/>
                <a:gd name="T115" fmla="*/ 468 h 1661"/>
                <a:gd name="T116" fmla="*/ 1864 w 2043"/>
                <a:gd name="T117" fmla="*/ 391 h 1661"/>
                <a:gd name="T118" fmla="*/ 1998 w 2043"/>
                <a:gd name="T119" fmla="*/ 258 h 1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3" h="1661">
                  <a:moveTo>
                    <a:pt x="2043" y="196"/>
                  </a:moveTo>
                  <a:lnTo>
                    <a:pt x="2015" y="209"/>
                  </a:lnTo>
                  <a:lnTo>
                    <a:pt x="1986" y="219"/>
                  </a:lnTo>
                  <a:lnTo>
                    <a:pt x="1957" y="230"/>
                  </a:lnTo>
                  <a:lnTo>
                    <a:pt x="1926" y="238"/>
                  </a:lnTo>
                  <a:lnTo>
                    <a:pt x="1896" y="246"/>
                  </a:lnTo>
                  <a:lnTo>
                    <a:pt x="1865" y="253"/>
                  </a:lnTo>
                  <a:lnTo>
                    <a:pt x="1834" y="258"/>
                  </a:lnTo>
                  <a:lnTo>
                    <a:pt x="1803" y="263"/>
                  </a:lnTo>
                  <a:lnTo>
                    <a:pt x="1818" y="253"/>
                  </a:lnTo>
                  <a:lnTo>
                    <a:pt x="1834" y="242"/>
                  </a:lnTo>
                  <a:lnTo>
                    <a:pt x="1848" y="231"/>
                  </a:lnTo>
                  <a:lnTo>
                    <a:pt x="1863" y="218"/>
                  </a:lnTo>
                  <a:lnTo>
                    <a:pt x="1877" y="206"/>
                  </a:lnTo>
                  <a:lnTo>
                    <a:pt x="1890" y="192"/>
                  </a:lnTo>
                  <a:lnTo>
                    <a:pt x="1903" y="179"/>
                  </a:lnTo>
                  <a:lnTo>
                    <a:pt x="1915" y="164"/>
                  </a:lnTo>
                  <a:lnTo>
                    <a:pt x="1926" y="149"/>
                  </a:lnTo>
                  <a:lnTo>
                    <a:pt x="1937" y="133"/>
                  </a:lnTo>
                  <a:lnTo>
                    <a:pt x="1947" y="117"/>
                  </a:lnTo>
                  <a:lnTo>
                    <a:pt x="1957" y="101"/>
                  </a:lnTo>
                  <a:lnTo>
                    <a:pt x="1965" y="84"/>
                  </a:lnTo>
                  <a:lnTo>
                    <a:pt x="1973" y="66"/>
                  </a:lnTo>
                  <a:lnTo>
                    <a:pt x="1980" y="49"/>
                  </a:lnTo>
                  <a:lnTo>
                    <a:pt x="1987" y="31"/>
                  </a:lnTo>
                  <a:lnTo>
                    <a:pt x="1956" y="49"/>
                  </a:lnTo>
                  <a:lnTo>
                    <a:pt x="1924" y="64"/>
                  </a:lnTo>
                  <a:lnTo>
                    <a:pt x="1892" y="79"/>
                  </a:lnTo>
                  <a:lnTo>
                    <a:pt x="1859" y="92"/>
                  </a:lnTo>
                  <a:lnTo>
                    <a:pt x="1825" y="105"/>
                  </a:lnTo>
                  <a:lnTo>
                    <a:pt x="1791" y="115"/>
                  </a:lnTo>
                  <a:lnTo>
                    <a:pt x="1756" y="125"/>
                  </a:lnTo>
                  <a:lnTo>
                    <a:pt x="1720" y="132"/>
                  </a:lnTo>
                  <a:lnTo>
                    <a:pt x="1706" y="117"/>
                  </a:lnTo>
                  <a:lnTo>
                    <a:pt x="1690" y="104"/>
                  </a:lnTo>
                  <a:lnTo>
                    <a:pt x="1675" y="90"/>
                  </a:lnTo>
                  <a:lnTo>
                    <a:pt x="1657" y="78"/>
                  </a:lnTo>
                  <a:lnTo>
                    <a:pt x="1640" y="65"/>
                  </a:lnTo>
                  <a:lnTo>
                    <a:pt x="1621" y="55"/>
                  </a:lnTo>
                  <a:lnTo>
                    <a:pt x="1603" y="44"/>
                  </a:lnTo>
                  <a:lnTo>
                    <a:pt x="1584" y="36"/>
                  </a:lnTo>
                  <a:lnTo>
                    <a:pt x="1564" y="28"/>
                  </a:lnTo>
                  <a:lnTo>
                    <a:pt x="1544" y="20"/>
                  </a:lnTo>
                  <a:lnTo>
                    <a:pt x="1524" y="14"/>
                  </a:lnTo>
                  <a:lnTo>
                    <a:pt x="1503" y="9"/>
                  </a:lnTo>
                  <a:lnTo>
                    <a:pt x="1481" y="5"/>
                  </a:lnTo>
                  <a:lnTo>
                    <a:pt x="1459" y="3"/>
                  </a:lnTo>
                  <a:lnTo>
                    <a:pt x="1437" y="1"/>
                  </a:lnTo>
                  <a:lnTo>
                    <a:pt x="1414" y="0"/>
                  </a:lnTo>
                  <a:lnTo>
                    <a:pt x="1393" y="1"/>
                  </a:lnTo>
                  <a:lnTo>
                    <a:pt x="1372" y="2"/>
                  </a:lnTo>
                  <a:lnTo>
                    <a:pt x="1351" y="5"/>
                  </a:lnTo>
                  <a:lnTo>
                    <a:pt x="1330" y="9"/>
                  </a:lnTo>
                  <a:lnTo>
                    <a:pt x="1309" y="13"/>
                  </a:lnTo>
                  <a:lnTo>
                    <a:pt x="1290" y="18"/>
                  </a:lnTo>
                  <a:lnTo>
                    <a:pt x="1271" y="26"/>
                  </a:lnTo>
                  <a:lnTo>
                    <a:pt x="1251" y="33"/>
                  </a:lnTo>
                  <a:lnTo>
                    <a:pt x="1233" y="41"/>
                  </a:lnTo>
                  <a:lnTo>
                    <a:pt x="1215" y="51"/>
                  </a:lnTo>
                  <a:lnTo>
                    <a:pt x="1197" y="61"/>
                  </a:lnTo>
                  <a:lnTo>
                    <a:pt x="1180" y="71"/>
                  </a:lnTo>
                  <a:lnTo>
                    <a:pt x="1164" y="83"/>
                  </a:lnTo>
                  <a:lnTo>
                    <a:pt x="1148" y="95"/>
                  </a:lnTo>
                  <a:lnTo>
                    <a:pt x="1132" y="109"/>
                  </a:lnTo>
                  <a:lnTo>
                    <a:pt x="1118" y="122"/>
                  </a:lnTo>
                  <a:lnTo>
                    <a:pt x="1104" y="137"/>
                  </a:lnTo>
                  <a:lnTo>
                    <a:pt x="1091" y="153"/>
                  </a:lnTo>
                  <a:lnTo>
                    <a:pt x="1079" y="168"/>
                  </a:lnTo>
                  <a:lnTo>
                    <a:pt x="1067" y="185"/>
                  </a:lnTo>
                  <a:lnTo>
                    <a:pt x="1056" y="202"/>
                  </a:lnTo>
                  <a:lnTo>
                    <a:pt x="1046" y="219"/>
                  </a:lnTo>
                  <a:lnTo>
                    <a:pt x="1037" y="237"/>
                  </a:lnTo>
                  <a:lnTo>
                    <a:pt x="1028" y="256"/>
                  </a:lnTo>
                  <a:lnTo>
                    <a:pt x="1021" y="276"/>
                  </a:lnTo>
                  <a:lnTo>
                    <a:pt x="1015" y="294"/>
                  </a:lnTo>
                  <a:lnTo>
                    <a:pt x="1009" y="314"/>
                  </a:lnTo>
                  <a:lnTo>
                    <a:pt x="1004" y="335"/>
                  </a:lnTo>
                  <a:lnTo>
                    <a:pt x="1000" y="356"/>
                  </a:lnTo>
                  <a:lnTo>
                    <a:pt x="998" y="377"/>
                  </a:lnTo>
                  <a:lnTo>
                    <a:pt x="996" y="397"/>
                  </a:lnTo>
                  <a:lnTo>
                    <a:pt x="996" y="419"/>
                  </a:lnTo>
                  <a:lnTo>
                    <a:pt x="996" y="444"/>
                  </a:lnTo>
                  <a:lnTo>
                    <a:pt x="998" y="468"/>
                  </a:lnTo>
                  <a:lnTo>
                    <a:pt x="1001" y="491"/>
                  </a:lnTo>
                  <a:lnTo>
                    <a:pt x="1006" y="515"/>
                  </a:lnTo>
                  <a:lnTo>
                    <a:pt x="974" y="513"/>
                  </a:lnTo>
                  <a:lnTo>
                    <a:pt x="942" y="510"/>
                  </a:lnTo>
                  <a:lnTo>
                    <a:pt x="910" y="506"/>
                  </a:lnTo>
                  <a:lnTo>
                    <a:pt x="877" y="501"/>
                  </a:lnTo>
                  <a:lnTo>
                    <a:pt x="846" y="496"/>
                  </a:lnTo>
                  <a:lnTo>
                    <a:pt x="815" y="489"/>
                  </a:lnTo>
                  <a:lnTo>
                    <a:pt x="784" y="483"/>
                  </a:lnTo>
                  <a:lnTo>
                    <a:pt x="754" y="474"/>
                  </a:lnTo>
                  <a:lnTo>
                    <a:pt x="723" y="466"/>
                  </a:lnTo>
                  <a:lnTo>
                    <a:pt x="693" y="457"/>
                  </a:lnTo>
                  <a:lnTo>
                    <a:pt x="664" y="446"/>
                  </a:lnTo>
                  <a:lnTo>
                    <a:pt x="635" y="435"/>
                  </a:lnTo>
                  <a:lnTo>
                    <a:pt x="606" y="423"/>
                  </a:lnTo>
                  <a:lnTo>
                    <a:pt x="577" y="411"/>
                  </a:lnTo>
                  <a:lnTo>
                    <a:pt x="549" y="398"/>
                  </a:lnTo>
                  <a:lnTo>
                    <a:pt x="522" y="384"/>
                  </a:lnTo>
                  <a:lnTo>
                    <a:pt x="494" y="369"/>
                  </a:lnTo>
                  <a:lnTo>
                    <a:pt x="467" y="355"/>
                  </a:lnTo>
                  <a:lnTo>
                    <a:pt x="441" y="339"/>
                  </a:lnTo>
                  <a:lnTo>
                    <a:pt x="415" y="322"/>
                  </a:lnTo>
                  <a:lnTo>
                    <a:pt x="389" y="305"/>
                  </a:lnTo>
                  <a:lnTo>
                    <a:pt x="364" y="287"/>
                  </a:lnTo>
                  <a:lnTo>
                    <a:pt x="339" y="268"/>
                  </a:lnTo>
                  <a:lnTo>
                    <a:pt x="315" y="249"/>
                  </a:lnTo>
                  <a:lnTo>
                    <a:pt x="293" y="230"/>
                  </a:lnTo>
                  <a:lnTo>
                    <a:pt x="270" y="210"/>
                  </a:lnTo>
                  <a:lnTo>
                    <a:pt x="247" y="189"/>
                  </a:lnTo>
                  <a:lnTo>
                    <a:pt x="225" y="167"/>
                  </a:lnTo>
                  <a:lnTo>
                    <a:pt x="203" y="145"/>
                  </a:lnTo>
                  <a:lnTo>
                    <a:pt x="182" y="124"/>
                  </a:lnTo>
                  <a:lnTo>
                    <a:pt x="163" y="101"/>
                  </a:lnTo>
                  <a:lnTo>
                    <a:pt x="143" y="77"/>
                  </a:lnTo>
                  <a:lnTo>
                    <a:pt x="130" y="101"/>
                  </a:lnTo>
                  <a:lnTo>
                    <a:pt x="119" y="125"/>
                  </a:lnTo>
                  <a:lnTo>
                    <a:pt x="108" y="151"/>
                  </a:lnTo>
                  <a:lnTo>
                    <a:pt x="101" y="177"/>
                  </a:lnTo>
                  <a:lnTo>
                    <a:pt x="94" y="204"/>
                  </a:lnTo>
                  <a:lnTo>
                    <a:pt x="90" y="231"/>
                  </a:lnTo>
                  <a:lnTo>
                    <a:pt x="87" y="259"/>
                  </a:lnTo>
                  <a:lnTo>
                    <a:pt x="86" y="288"/>
                  </a:lnTo>
                  <a:lnTo>
                    <a:pt x="87" y="315"/>
                  </a:lnTo>
                  <a:lnTo>
                    <a:pt x="90" y="341"/>
                  </a:lnTo>
                  <a:lnTo>
                    <a:pt x="94" y="367"/>
                  </a:lnTo>
                  <a:lnTo>
                    <a:pt x="99" y="393"/>
                  </a:lnTo>
                  <a:lnTo>
                    <a:pt x="106" y="418"/>
                  </a:lnTo>
                  <a:lnTo>
                    <a:pt x="116" y="442"/>
                  </a:lnTo>
                  <a:lnTo>
                    <a:pt x="125" y="466"/>
                  </a:lnTo>
                  <a:lnTo>
                    <a:pt x="137" y="488"/>
                  </a:lnTo>
                  <a:lnTo>
                    <a:pt x="150" y="510"/>
                  </a:lnTo>
                  <a:lnTo>
                    <a:pt x="164" y="532"/>
                  </a:lnTo>
                  <a:lnTo>
                    <a:pt x="179" y="551"/>
                  </a:lnTo>
                  <a:lnTo>
                    <a:pt x="196" y="570"/>
                  </a:lnTo>
                  <a:lnTo>
                    <a:pt x="214" y="589"/>
                  </a:lnTo>
                  <a:lnTo>
                    <a:pt x="232" y="606"/>
                  </a:lnTo>
                  <a:lnTo>
                    <a:pt x="252" y="622"/>
                  </a:lnTo>
                  <a:lnTo>
                    <a:pt x="273" y="637"/>
                  </a:lnTo>
                  <a:lnTo>
                    <a:pt x="247" y="635"/>
                  </a:lnTo>
                  <a:lnTo>
                    <a:pt x="222" y="632"/>
                  </a:lnTo>
                  <a:lnTo>
                    <a:pt x="197" y="627"/>
                  </a:lnTo>
                  <a:lnTo>
                    <a:pt x="173" y="621"/>
                  </a:lnTo>
                  <a:lnTo>
                    <a:pt x="149" y="614"/>
                  </a:lnTo>
                  <a:lnTo>
                    <a:pt x="126" y="606"/>
                  </a:lnTo>
                  <a:lnTo>
                    <a:pt x="104" y="595"/>
                  </a:lnTo>
                  <a:lnTo>
                    <a:pt x="82" y="584"/>
                  </a:lnTo>
                  <a:lnTo>
                    <a:pt x="82" y="589"/>
                  </a:lnTo>
                  <a:lnTo>
                    <a:pt x="82" y="609"/>
                  </a:lnTo>
                  <a:lnTo>
                    <a:pt x="84" y="627"/>
                  </a:lnTo>
                  <a:lnTo>
                    <a:pt x="87" y="645"/>
                  </a:lnTo>
                  <a:lnTo>
                    <a:pt x="89" y="664"/>
                  </a:lnTo>
                  <a:lnTo>
                    <a:pt x="93" y="682"/>
                  </a:lnTo>
                  <a:lnTo>
                    <a:pt x="97" y="699"/>
                  </a:lnTo>
                  <a:lnTo>
                    <a:pt x="102" y="717"/>
                  </a:lnTo>
                  <a:lnTo>
                    <a:pt x="108" y="734"/>
                  </a:lnTo>
                  <a:lnTo>
                    <a:pt x="115" y="750"/>
                  </a:lnTo>
                  <a:lnTo>
                    <a:pt x="122" y="767"/>
                  </a:lnTo>
                  <a:lnTo>
                    <a:pt x="129" y="783"/>
                  </a:lnTo>
                  <a:lnTo>
                    <a:pt x="139" y="798"/>
                  </a:lnTo>
                  <a:lnTo>
                    <a:pt x="147" y="814"/>
                  </a:lnTo>
                  <a:lnTo>
                    <a:pt x="157" y="828"/>
                  </a:lnTo>
                  <a:lnTo>
                    <a:pt x="168" y="843"/>
                  </a:lnTo>
                  <a:lnTo>
                    <a:pt x="178" y="856"/>
                  </a:lnTo>
                  <a:lnTo>
                    <a:pt x="191" y="870"/>
                  </a:lnTo>
                  <a:lnTo>
                    <a:pt x="202" y="882"/>
                  </a:lnTo>
                  <a:lnTo>
                    <a:pt x="215" y="895"/>
                  </a:lnTo>
                  <a:lnTo>
                    <a:pt x="228" y="907"/>
                  </a:lnTo>
                  <a:lnTo>
                    <a:pt x="242" y="918"/>
                  </a:lnTo>
                  <a:lnTo>
                    <a:pt x="256" y="929"/>
                  </a:lnTo>
                  <a:lnTo>
                    <a:pt x="270" y="939"/>
                  </a:lnTo>
                  <a:lnTo>
                    <a:pt x="285" y="948"/>
                  </a:lnTo>
                  <a:lnTo>
                    <a:pt x="301" y="957"/>
                  </a:lnTo>
                  <a:lnTo>
                    <a:pt x="317" y="966"/>
                  </a:lnTo>
                  <a:lnTo>
                    <a:pt x="332" y="973"/>
                  </a:lnTo>
                  <a:lnTo>
                    <a:pt x="349" y="980"/>
                  </a:lnTo>
                  <a:lnTo>
                    <a:pt x="366" y="987"/>
                  </a:lnTo>
                  <a:lnTo>
                    <a:pt x="383" y="992"/>
                  </a:lnTo>
                  <a:lnTo>
                    <a:pt x="401" y="996"/>
                  </a:lnTo>
                  <a:lnTo>
                    <a:pt x="419" y="1000"/>
                  </a:lnTo>
                  <a:lnTo>
                    <a:pt x="391" y="1006"/>
                  </a:lnTo>
                  <a:lnTo>
                    <a:pt x="364" y="1012"/>
                  </a:lnTo>
                  <a:lnTo>
                    <a:pt x="336" y="1015"/>
                  </a:lnTo>
                  <a:lnTo>
                    <a:pt x="308" y="1015"/>
                  </a:lnTo>
                  <a:lnTo>
                    <a:pt x="288" y="1015"/>
                  </a:lnTo>
                  <a:lnTo>
                    <a:pt x="269" y="1014"/>
                  </a:lnTo>
                  <a:lnTo>
                    <a:pt x="249" y="1011"/>
                  </a:lnTo>
                  <a:lnTo>
                    <a:pt x="229" y="1007"/>
                  </a:lnTo>
                  <a:lnTo>
                    <a:pt x="234" y="1023"/>
                  </a:lnTo>
                  <a:lnTo>
                    <a:pt x="241" y="1039"/>
                  </a:lnTo>
                  <a:lnTo>
                    <a:pt x="247" y="1053"/>
                  </a:lnTo>
                  <a:lnTo>
                    <a:pt x="254" y="1068"/>
                  </a:lnTo>
                  <a:lnTo>
                    <a:pt x="261" y="1082"/>
                  </a:lnTo>
                  <a:lnTo>
                    <a:pt x="270" y="1096"/>
                  </a:lnTo>
                  <a:lnTo>
                    <a:pt x="278" y="1109"/>
                  </a:lnTo>
                  <a:lnTo>
                    <a:pt x="287" y="1123"/>
                  </a:lnTo>
                  <a:lnTo>
                    <a:pt x="297" y="1135"/>
                  </a:lnTo>
                  <a:lnTo>
                    <a:pt x="307" y="1148"/>
                  </a:lnTo>
                  <a:lnTo>
                    <a:pt x="318" y="1160"/>
                  </a:lnTo>
                  <a:lnTo>
                    <a:pt x="328" y="1172"/>
                  </a:lnTo>
                  <a:lnTo>
                    <a:pt x="339" y="1183"/>
                  </a:lnTo>
                  <a:lnTo>
                    <a:pt x="352" y="1194"/>
                  </a:lnTo>
                  <a:lnTo>
                    <a:pt x="363" y="1204"/>
                  </a:lnTo>
                  <a:lnTo>
                    <a:pt x="376" y="1215"/>
                  </a:lnTo>
                  <a:lnTo>
                    <a:pt x="389" y="1224"/>
                  </a:lnTo>
                  <a:lnTo>
                    <a:pt x="403" y="1232"/>
                  </a:lnTo>
                  <a:lnTo>
                    <a:pt x="416" y="1242"/>
                  </a:lnTo>
                  <a:lnTo>
                    <a:pt x="430" y="1249"/>
                  </a:lnTo>
                  <a:lnTo>
                    <a:pt x="445" y="1256"/>
                  </a:lnTo>
                  <a:lnTo>
                    <a:pt x="459" y="1264"/>
                  </a:lnTo>
                  <a:lnTo>
                    <a:pt x="475" y="1270"/>
                  </a:lnTo>
                  <a:lnTo>
                    <a:pt x="489" y="1275"/>
                  </a:lnTo>
                  <a:lnTo>
                    <a:pt x="505" y="1280"/>
                  </a:lnTo>
                  <a:lnTo>
                    <a:pt x="522" y="1285"/>
                  </a:lnTo>
                  <a:lnTo>
                    <a:pt x="537" y="1288"/>
                  </a:lnTo>
                  <a:lnTo>
                    <a:pt x="554" y="1292"/>
                  </a:lnTo>
                  <a:lnTo>
                    <a:pt x="570" y="1295"/>
                  </a:lnTo>
                  <a:lnTo>
                    <a:pt x="587" y="1297"/>
                  </a:lnTo>
                  <a:lnTo>
                    <a:pt x="604" y="1298"/>
                  </a:lnTo>
                  <a:lnTo>
                    <a:pt x="620" y="1299"/>
                  </a:lnTo>
                  <a:lnTo>
                    <a:pt x="593" y="1320"/>
                  </a:lnTo>
                  <a:lnTo>
                    <a:pt x="565" y="1338"/>
                  </a:lnTo>
                  <a:lnTo>
                    <a:pt x="536" y="1357"/>
                  </a:lnTo>
                  <a:lnTo>
                    <a:pt x="507" y="1374"/>
                  </a:lnTo>
                  <a:lnTo>
                    <a:pt x="476" y="1391"/>
                  </a:lnTo>
                  <a:lnTo>
                    <a:pt x="445" y="1405"/>
                  </a:lnTo>
                  <a:lnTo>
                    <a:pt x="413" y="1419"/>
                  </a:lnTo>
                  <a:lnTo>
                    <a:pt x="380" y="1431"/>
                  </a:lnTo>
                  <a:lnTo>
                    <a:pt x="348" y="1442"/>
                  </a:lnTo>
                  <a:lnTo>
                    <a:pt x="313" y="1451"/>
                  </a:lnTo>
                  <a:lnTo>
                    <a:pt x="279" y="1459"/>
                  </a:lnTo>
                  <a:lnTo>
                    <a:pt x="245" y="1465"/>
                  </a:lnTo>
                  <a:lnTo>
                    <a:pt x="209" y="1472"/>
                  </a:lnTo>
                  <a:lnTo>
                    <a:pt x="173" y="1475"/>
                  </a:lnTo>
                  <a:lnTo>
                    <a:pt x="137" y="1477"/>
                  </a:lnTo>
                  <a:lnTo>
                    <a:pt x="100" y="1478"/>
                  </a:lnTo>
                  <a:lnTo>
                    <a:pt x="75" y="1478"/>
                  </a:lnTo>
                  <a:lnTo>
                    <a:pt x="50" y="1477"/>
                  </a:lnTo>
                  <a:lnTo>
                    <a:pt x="25" y="1475"/>
                  </a:lnTo>
                  <a:lnTo>
                    <a:pt x="0" y="1473"/>
                  </a:lnTo>
                  <a:lnTo>
                    <a:pt x="36" y="1494"/>
                  </a:lnTo>
                  <a:lnTo>
                    <a:pt x="72" y="1514"/>
                  </a:lnTo>
                  <a:lnTo>
                    <a:pt x="108" y="1534"/>
                  </a:lnTo>
                  <a:lnTo>
                    <a:pt x="146" y="1552"/>
                  </a:lnTo>
                  <a:lnTo>
                    <a:pt x="184" y="1569"/>
                  </a:lnTo>
                  <a:lnTo>
                    <a:pt x="223" y="1584"/>
                  </a:lnTo>
                  <a:lnTo>
                    <a:pt x="262" y="1599"/>
                  </a:lnTo>
                  <a:lnTo>
                    <a:pt x="302" y="1611"/>
                  </a:lnTo>
                  <a:lnTo>
                    <a:pt x="344" y="1623"/>
                  </a:lnTo>
                  <a:lnTo>
                    <a:pt x="384" y="1632"/>
                  </a:lnTo>
                  <a:lnTo>
                    <a:pt x="426" y="1641"/>
                  </a:lnTo>
                  <a:lnTo>
                    <a:pt x="468" y="1648"/>
                  </a:lnTo>
                  <a:lnTo>
                    <a:pt x="511" y="1654"/>
                  </a:lnTo>
                  <a:lnTo>
                    <a:pt x="555" y="1657"/>
                  </a:lnTo>
                  <a:lnTo>
                    <a:pt x="599" y="1660"/>
                  </a:lnTo>
                  <a:lnTo>
                    <a:pt x="642" y="1661"/>
                  </a:lnTo>
                  <a:lnTo>
                    <a:pt x="714" y="1659"/>
                  </a:lnTo>
                  <a:lnTo>
                    <a:pt x="783" y="1653"/>
                  </a:lnTo>
                  <a:lnTo>
                    <a:pt x="850" y="1645"/>
                  </a:lnTo>
                  <a:lnTo>
                    <a:pt x="915" y="1632"/>
                  </a:lnTo>
                  <a:lnTo>
                    <a:pt x="978" y="1616"/>
                  </a:lnTo>
                  <a:lnTo>
                    <a:pt x="1039" y="1598"/>
                  </a:lnTo>
                  <a:lnTo>
                    <a:pt x="1098" y="1577"/>
                  </a:lnTo>
                  <a:lnTo>
                    <a:pt x="1154" y="1552"/>
                  </a:lnTo>
                  <a:lnTo>
                    <a:pt x="1208" y="1525"/>
                  </a:lnTo>
                  <a:lnTo>
                    <a:pt x="1260" y="1496"/>
                  </a:lnTo>
                  <a:lnTo>
                    <a:pt x="1311" y="1463"/>
                  </a:lnTo>
                  <a:lnTo>
                    <a:pt x="1359" y="1429"/>
                  </a:lnTo>
                  <a:lnTo>
                    <a:pt x="1404" y="1393"/>
                  </a:lnTo>
                  <a:lnTo>
                    <a:pt x="1448" y="1354"/>
                  </a:lnTo>
                  <a:lnTo>
                    <a:pt x="1489" y="1315"/>
                  </a:lnTo>
                  <a:lnTo>
                    <a:pt x="1528" y="1272"/>
                  </a:lnTo>
                  <a:lnTo>
                    <a:pt x="1564" y="1228"/>
                  </a:lnTo>
                  <a:lnTo>
                    <a:pt x="1599" y="1183"/>
                  </a:lnTo>
                  <a:lnTo>
                    <a:pt x="1631" y="1137"/>
                  </a:lnTo>
                  <a:lnTo>
                    <a:pt x="1661" y="1089"/>
                  </a:lnTo>
                  <a:lnTo>
                    <a:pt x="1688" y="1040"/>
                  </a:lnTo>
                  <a:lnTo>
                    <a:pt x="1714" y="990"/>
                  </a:lnTo>
                  <a:lnTo>
                    <a:pt x="1737" y="940"/>
                  </a:lnTo>
                  <a:lnTo>
                    <a:pt x="1757" y="888"/>
                  </a:lnTo>
                  <a:lnTo>
                    <a:pt x="1775" y="836"/>
                  </a:lnTo>
                  <a:lnTo>
                    <a:pt x="1791" y="784"/>
                  </a:lnTo>
                  <a:lnTo>
                    <a:pt x="1805" y="732"/>
                  </a:lnTo>
                  <a:lnTo>
                    <a:pt x="1815" y="678"/>
                  </a:lnTo>
                  <a:lnTo>
                    <a:pt x="1824" y="625"/>
                  </a:lnTo>
                  <a:lnTo>
                    <a:pt x="1830" y="572"/>
                  </a:lnTo>
                  <a:lnTo>
                    <a:pt x="1834" y="520"/>
                  </a:lnTo>
                  <a:lnTo>
                    <a:pt x="1835" y="468"/>
                  </a:lnTo>
                  <a:lnTo>
                    <a:pt x="1835" y="455"/>
                  </a:lnTo>
                  <a:lnTo>
                    <a:pt x="1835" y="441"/>
                  </a:lnTo>
                  <a:lnTo>
                    <a:pt x="1835" y="428"/>
                  </a:lnTo>
                  <a:lnTo>
                    <a:pt x="1834" y="414"/>
                  </a:lnTo>
                  <a:lnTo>
                    <a:pt x="1864" y="391"/>
                  </a:lnTo>
                  <a:lnTo>
                    <a:pt x="1893" y="366"/>
                  </a:lnTo>
                  <a:lnTo>
                    <a:pt x="1921" y="341"/>
                  </a:lnTo>
                  <a:lnTo>
                    <a:pt x="1948" y="314"/>
                  </a:lnTo>
                  <a:lnTo>
                    <a:pt x="1974" y="287"/>
                  </a:lnTo>
                  <a:lnTo>
                    <a:pt x="1998" y="258"/>
                  </a:lnTo>
                  <a:lnTo>
                    <a:pt x="2021" y="228"/>
                  </a:lnTo>
                  <a:lnTo>
                    <a:pt x="2043" y="19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grpSp>
        <p:nvGrpSpPr>
          <p:cNvPr id="20" name="Group 19"/>
          <p:cNvGrpSpPr/>
          <p:nvPr userDrawn="1"/>
        </p:nvGrpSpPr>
        <p:grpSpPr>
          <a:xfrm>
            <a:off x="5473592" y="3643316"/>
            <a:ext cx="431800" cy="431800"/>
            <a:chOff x="5473592" y="3643316"/>
            <a:chExt cx="431800" cy="431800"/>
          </a:xfrm>
        </p:grpSpPr>
        <p:sp>
          <p:nvSpPr>
            <p:cNvPr id="10" name="Freeform 7">
              <a:hlinkClick r:id="rId4"/>
            </p:cNvPr>
            <p:cNvSpPr>
              <a:spLocks/>
            </p:cNvSpPr>
            <p:nvPr userDrawn="1"/>
          </p:nvSpPr>
          <p:spPr bwMode="auto">
            <a:xfrm>
              <a:off x="5473592" y="3643316"/>
              <a:ext cx="431800" cy="431800"/>
            </a:xfrm>
            <a:custGeom>
              <a:avLst/>
              <a:gdLst>
                <a:gd name="T0" fmla="*/ 2248 w 4078"/>
                <a:gd name="T1" fmla="*/ 4070 h 4080"/>
                <a:gd name="T2" fmla="*/ 2548 w 4078"/>
                <a:gd name="T3" fmla="*/ 4015 h 4080"/>
                <a:gd name="T4" fmla="*/ 2833 w 4078"/>
                <a:gd name="T5" fmla="*/ 3920 h 4080"/>
                <a:gd name="T6" fmla="*/ 3096 w 4078"/>
                <a:gd name="T7" fmla="*/ 3784 h 4080"/>
                <a:gd name="T8" fmla="*/ 3336 w 4078"/>
                <a:gd name="T9" fmla="*/ 3615 h 4080"/>
                <a:gd name="T10" fmla="*/ 3549 w 4078"/>
                <a:gd name="T11" fmla="*/ 3412 h 4080"/>
                <a:gd name="T12" fmla="*/ 3730 w 4078"/>
                <a:gd name="T13" fmla="*/ 3181 h 4080"/>
                <a:gd name="T14" fmla="*/ 3877 w 4078"/>
                <a:gd name="T15" fmla="*/ 2924 h 4080"/>
                <a:gd name="T16" fmla="*/ 3987 w 4078"/>
                <a:gd name="T17" fmla="*/ 2646 h 4080"/>
                <a:gd name="T18" fmla="*/ 4054 w 4078"/>
                <a:gd name="T19" fmla="*/ 2351 h 4080"/>
                <a:gd name="T20" fmla="*/ 4078 w 4078"/>
                <a:gd name="T21" fmla="*/ 2039 h 4080"/>
                <a:gd name="T22" fmla="*/ 4054 w 4078"/>
                <a:gd name="T23" fmla="*/ 1729 h 4080"/>
                <a:gd name="T24" fmla="*/ 3987 w 4078"/>
                <a:gd name="T25" fmla="*/ 1434 h 4080"/>
                <a:gd name="T26" fmla="*/ 3877 w 4078"/>
                <a:gd name="T27" fmla="*/ 1156 h 4080"/>
                <a:gd name="T28" fmla="*/ 3730 w 4078"/>
                <a:gd name="T29" fmla="*/ 899 h 4080"/>
                <a:gd name="T30" fmla="*/ 3549 w 4078"/>
                <a:gd name="T31" fmla="*/ 668 h 4080"/>
                <a:gd name="T32" fmla="*/ 3336 w 4078"/>
                <a:gd name="T33" fmla="*/ 465 h 4080"/>
                <a:gd name="T34" fmla="*/ 3096 w 4078"/>
                <a:gd name="T35" fmla="*/ 296 h 4080"/>
                <a:gd name="T36" fmla="*/ 2833 w 4078"/>
                <a:gd name="T37" fmla="*/ 160 h 4080"/>
                <a:gd name="T38" fmla="*/ 2548 w 4078"/>
                <a:gd name="T39" fmla="*/ 65 h 4080"/>
                <a:gd name="T40" fmla="*/ 2248 w 4078"/>
                <a:gd name="T41" fmla="*/ 10 h 4080"/>
                <a:gd name="T42" fmla="*/ 1935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7 h 4080"/>
                <a:gd name="T58" fmla="*/ 124 w 4078"/>
                <a:gd name="T59" fmla="*/ 1339 h 4080"/>
                <a:gd name="T60" fmla="*/ 42 w 4078"/>
                <a:gd name="T61" fmla="*/ 1629 h 4080"/>
                <a:gd name="T62" fmla="*/ 3 w 4078"/>
                <a:gd name="T63" fmla="*/ 1935 h 4080"/>
                <a:gd name="T64" fmla="*/ 10 w 4078"/>
                <a:gd name="T65" fmla="*/ 2249 h 4080"/>
                <a:gd name="T66" fmla="*/ 65 w 4078"/>
                <a:gd name="T67" fmla="*/ 2550 h 4080"/>
                <a:gd name="T68" fmla="*/ 160 w 4078"/>
                <a:gd name="T69" fmla="*/ 2834 h 4080"/>
                <a:gd name="T70" fmla="*/ 296 w 4078"/>
                <a:gd name="T71" fmla="*/ 3098 h 4080"/>
                <a:gd name="T72" fmla="*/ 465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8" y="4070"/>
                  </a:lnTo>
                  <a:lnTo>
                    <a:pt x="2350" y="4056"/>
                  </a:lnTo>
                  <a:lnTo>
                    <a:pt x="2450" y="4038"/>
                  </a:lnTo>
                  <a:lnTo>
                    <a:pt x="2548" y="4015"/>
                  </a:lnTo>
                  <a:lnTo>
                    <a:pt x="2645" y="3988"/>
                  </a:lnTo>
                  <a:lnTo>
                    <a:pt x="2740" y="3956"/>
                  </a:lnTo>
                  <a:lnTo>
                    <a:pt x="2833" y="3920"/>
                  </a:lnTo>
                  <a:lnTo>
                    <a:pt x="2923" y="3879"/>
                  </a:lnTo>
                  <a:lnTo>
                    <a:pt x="3011" y="3833"/>
                  </a:lnTo>
                  <a:lnTo>
                    <a:pt x="3096" y="3784"/>
                  </a:lnTo>
                  <a:lnTo>
                    <a:pt x="3179" y="3731"/>
                  </a:lnTo>
                  <a:lnTo>
                    <a:pt x="3259" y="3675"/>
                  </a:lnTo>
                  <a:lnTo>
                    <a:pt x="3336" y="3615"/>
                  </a:lnTo>
                  <a:lnTo>
                    <a:pt x="3410" y="3550"/>
                  </a:lnTo>
                  <a:lnTo>
                    <a:pt x="3481" y="3482"/>
                  </a:lnTo>
                  <a:lnTo>
                    <a:pt x="3549" y="3412"/>
                  </a:lnTo>
                  <a:lnTo>
                    <a:pt x="3612" y="3338"/>
                  </a:lnTo>
                  <a:lnTo>
                    <a:pt x="3673" y="3261"/>
                  </a:lnTo>
                  <a:lnTo>
                    <a:pt x="3730" y="3181"/>
                  </a:lnTo>
                  <a:lnTo>
                    <a:pt x="3783" y="3098"/>
                  </a:lnTo>
                  <a:lnTo>
                    <a:pt x="3832" y="3012"/>
                  </a:lnTo>
                  <a:lnTo>
                    <a:pt x="3877" y="2924"/>
                  </a:lnTo>
                  <a:lnTo>
                    <a:pt x="3918" y="2834"/>
                  </a:lnTo>
                  <a:lnTo>
                    <a:pt x="3954" y="2741"/>
                  </a:lnTo>
                  <a:lnTo>
                    <a:pt x="3987" y="2646"/>
                  </a:lnTo>
                  <a:lnTo>
                    <a:pt x="4014" y="2550"/>
                  </a:lnTo>
                  <a:lnTo>
                    <a:pt x="4037" y="2451"/>
                  </a:lnTo>
                  <a:lnTo>
                    <a:pt x="4054" y="2351"/>
                  </a:lnTo>
                  <a:lnTo>
                    <a:pt x="4068" y="2249"/>
                  </a:lnTo>
                  <a:lnTo>
                    <a:pt x="4075" y="2145"/>
                  </a:lnTo>
                  <a:lnTo>
                    <a:pt x="4078" y="2039"/>
                  </a:lnTo>
                  <a:lnTo>
                    <a:pt x="4075" y="1935"/>
                  </a:lnTo>
                  <a:lnTo>
                    <a:pt x="4068" y="1831"/>
                  </a:lnTo>
                  <a:lnTo>
                    <a:pt x="4054" y="1729"/>
                  </a:lnTo>
                  <a:lnTo>
                    <a:pt x="4037" y="1629"/>
                  </a:lnTo>
                  <a:lnTo>
                    <a:pt x="4014" y="1530"/>
                  </a:lnTo>
                  <a:lnTo>
                    <a:pt x="3987" y="1434"/>
                  </a:lnTo>
                  <a:lnTo>
                    <a:pt x="3954" y="1339"/>
                  </a:lnTo>
                  <a:lnTo>
                    <a:pt x="3918" y="1246"/>
                  </a:lnTo>
                  <a:lnTo>
                    <a:pt x="3877" y="1156"/>
                  </a:lnTo>
                  <a:lnTo>
                    <a:pt x="3832" y="1067"/>
                  </a:lnTo>
                  <a:lnTo>
                    <a:pt x="3783" y="982"/>
                  </a:lnTo>
                  <a:lnTo>
                    <a:pt x="3730" y="899"/>
                  </a:lnTo>
                  <a:lnTo>
                    <a:pt x="3673" y="819"/>
                  </a:lnTo>
                  <a:lnTo>
                    <a:pt x="3612" y="742"/>
                  </a:lnTo>
                  <a:lnTo>
                    <a:pt x="3549" y="668"/>
                  </a:lnTo>
                  <a:lnTo>
                    <a:pt x="3481" y="598"/>
                  </a:lnTo>
                  <a:lnTo>
                    <a:pt x="3410" y="530"/>
                  </a:lnTo>
                  <a:lnTo>
                    <a:pt x="3336" y="465"/>
                  </a:lnTo>
                  <a:lnTo>
                    <a:pt x="3259" y="405"/>
                  </a:lnTo>
                  <a:lnTo>
                    <a:pt x="3179" y="349"/>
                  </a:lnTo>
                  <a:lnTo>
                    <a:pt x="3096" y="296"/>
                  </a:lnTo>
                  <a:lnTo>
                    <a:pt x="3011" y="247"/>
                  </a:lnTo>
                  <a:lnTo>
                    <a:pt x="2923" y="201"/>
                  </a:lnTo>
                  <a:lnTo>
                    <a:pt x="2833" y="160"/>
                  </a:lnTo>
                  <a:lnTo>
                    <a:pt x="2740" y="124"/>
                  </a:lnTo>
                  <a:lnTo>
                    <a:pt x="2645" y="92"/>
                  </a:lnTo>
                  <a:lnTo>
                    <a:pt x="2548" y="65"/>
                  </a:lnTo>
                  <a:lnTo>
                    <a:pt x="2450" y="42"/>
                  </a:lnTo>
                  <a:lnTo>
                    <a:pt x="2350" y="24"/>
                  </a:lnTo>
                  <a:lnTo>
                    <a:pt x="2248" y="10"/>
                  </a:lnTo>
                  <a:lnTo>
                    <a:pt x="2144" y="3"/>
                  </a:lnTo>
                  <a:lnTo>
                    <a:pt x="2039" y="0"/>
                  </a:lnTo>
                  <a:lnTo>
                    <a:pt x="1935" y="3"/>
                  </a:lnTo>
                  <a:lnTo>
                    <a:pt x="1830" y="10"/>
                  </a:lnTo>
                  <a:lnTo>
                    <a:pt x="1728" y="24"/>
                  </a:lnTo>
                  <a:lnTo>
                    <a:pt x="1628" y="42"/>
                  </a:lnTo>
                  <a:lnTo>
                    <a:pt x="1530" y="65"/>
                  </a:lnTo>
                  <a:lnTo>
                    <a:pt x="1433" y="92"/>
                  </a:lnTo>
                  <a:lnTo>
                    <a:pt x="1338" y="124"/>
                  </a:lnTo>
                  <a:lnTo>
                    <a:pt x="1246" y="160"/>
                  </a:lnTo>
                  <a:lnTo>
                    <a:pt x="1155" y="201"/>
                  </a:lnTo>
                  <a:lnTo>
                    <a:pt x="1067" y="247"/>
                  </a:lnTo>
                  <a:lnTo>
                    <a:pt x="981" y="296"/>
                  </a:lnTo>
                  <a:lnTo>
                    <a:pt x="899" y="349"/>
                  </a:lnTo>
                  <a:lnTo>
                    <a:pt x="819" y="405"/>
                  </a:lnTo>
                  <a:lnTo>
                    <a:pt x="742" y="465"/>
                  </a:lnTo>
                  <a:lnTo>
                    <a:pt x="668" y="530"/>
                  </a:lnTo>
                  <a:lnTo>
                    <a:pt x="597" y="598"/>
                  </a:lnTo>
                  <a:lnTo>
                    <a:pt x="530" y="668"/>
                  </a:lnTo>
                  <a:lnTo>
                    <a:pt x="465" y="742"/>
                  </a:lnTo>
                  <a:lnTo>
                    <a:pt x="405" y="819"/>
                  </a:lnTo>
                  <a:lnTo>
                    <a:pt x="349" y="899"/>
                  </a:lnTo>
                  <a:lnTo>
                    <a:pt x="296" y="982"/>
                  </a:lnTo>
                  <a:lnTo>
                    <a:pt x="246" y="1067"/>
                  </a:lnTo>
                  <a:lnTo>
                    <a:pt x="201" y="1156"/>
                  </a:lnTo>
                  <a:lnTo>
                    <a:pt x="160" y="1246"/>
                  </a:lnTo>
                  <a:lnTo>
                    <a:pt x="124" y="1339"/>
                  </a:lnTo>
                  <a:lnTo>
                    <a:pt x="92" y="1434"/>
                  </a:lnTo>
                  <a:lnTo>
                    <a:pt x="65" y="1530"/>
                  </a:lnTo>
                  <a:lnTo>
                    <a:pt x="42" y="1629"/>
                  </a:lnTo>
                  <a:lnTo>
                    <a:pt x="24" y="1729"/>
                  </a:lnTo>
                  <a:lnTo>
                    <a:pt x="10" y="1831"/>
                  </a:lnTo>
                  <a:lnTo>
                    <a:pt x="3" y="1935"/>
                  </a:lnTo>
                  <a:lnTo>
                    <a:pt x="0" y="2039"/>
                  </a:lnTo>
                  <a:lnTo>
                    <a:pt x="3" y="2145"/>
                  </a:lnTo>
                  <a:lnTo>
                    <a:pt x="10" y="2249"/>
                  </a:lnTo>
                  <a:lnTo>
                    <a:pt x="24" y="2351"/>
                  </a:lnTo>
                  <a:lnTo>
                    <a:pt x="42" y="2451"/>
                  </a:lnTo>
                  <a:lnTo>
                    <a:pt x="65" y="2550"/>
                  </a:lnTo>
                  <a:lnTo>
                    <a:pt x="92" y="2646"/>
                  </a:lnTo>
                  <a:lnTo>
                    <a:pt x="124" y="2741"/>
                  </a:lnTo>
                  <a:lnTo>
                    <a:pt x="160" y="2834"/>
                  </a:lnTo>
                  <a:lnTo>
                    <a:pt x="201" y="2924"/>
                  </a:lnTo>
                  <a:lnTo>
                    <a:pt x="246" y="3012"/>
                  </a:lnTo>
                  <a:lnTo>
                    <a:pt x="296" y="3098"/>
                  </a:lnTo>
                  <a:lnTo>
                    <a:pt x="349" y="3181"/>
                  </a:lnTo>
                  <a:lnTo>
                    <a:pt x="405" y="3261"/>
                  </a:lnTo>
                  <a:lnTo>
                    <a:pt x="465" y="3338"/>
                  </a:lnTo>
                  <a:lnTo>
                    <a:pt x="530" y="3412"/>
                  </a:lnTo>
                  <a:lnTo>
                    <a:pt x="597" y="3482"/>
                  </a:lnTo>
                  <a:lnTo>
                    <a:pt x="668" y="3550"/>
                  </a:lnTo>
                  <a:lnTo>
                    <a:pt x="742" y="3615"/>
                  </a:lnTo>
                  <a:lnTo>
                    <a:pt x="819" y="3675"/>
                  </a:lnTo>
                  <a:lnTo>
                    <a:pt x="899" y="3731"/>
                  </a:lnTo>
                  <a:lnTo>
                    <a:pt x="981" y="3784"/>
                  </a:lnTo>
                  <a:lnTo>
                    <a:pt x="1067" y="3833"/>
                  </a:lnTo>
                  <a:lnTo>
                    <a:pt x="1155" y="3879"/>
                  </a:lnTo>
                  <a:lnTo>
                    <a:pt x="1246" y="3920"/>
                  </a:lnTo>
                  <a:lnTo>
                    <a:pt x="1338" y="3956"/>
                  </a:lnTo>
                  <a:lnTo>
                    <a:pt x="1433" y="3988"/>
                  </a:lnTo>
                  <a:lnTo>
                    <a:pt x="1530" y="4015"/>
                  </a:lnTo>
                  <a:lnTo>
                    <a:pt x="1628" y="4038"/>
                  </a:lnTo>
                  <a:lnTo>
                    <a:pt x="1728" y="4056"/>
                  </a:lnTo>
                  <a:lnTo>
                    <a:pt x="1830" y="4070"/>
                  </a:lnTo>
                  <a:lnTo>
                    <a:pt x="1935"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1" name="Freeform 8"/>
            <p:cNvSpPr>
              <a:spLocks noEditPoints="1"/>
            </p:cNvSpPr>
            <p:nvPr userDrawn="1"/>
          </p:nvSpPr>
          <p:spPr bwMode="auto">
            <a:xfrm>
              <a:off x="5581542" y="3751266"/>
              <a:ext cx="215900" cy="198438"/>
            </a:xfrm>
            <a:custGeom>
              <a:avLst/>
              <a:gdLst>
                <a:gd name="T0" fmla="*/ 448 w 2038"/>
                <a:gd name="T1" fmla="*/ 1873 h 1873"/>
                <a:gd name="T2" fmla="*/ 210 w 2038"/>
                <a:gd name="T3" fmla="*/ 441 h 1873"/>
                <a:gd name="T4" fmla="*/ 150 w 2038"/>
                <a:gd name="T5" fmla="*/ 428 h 1873"/>
                <a:gd name="T6" fmla="*/ 99 w 2038"/>
                <a:gd name="T7" fmla="*/ 404 h 1873"/>
                <a:gd name="T8" fmla="*/ 57 w 2038"/>
                <a:gd name="T9" fmla="*/ 370 h 1873"/>
                <a:gd name="T10" fmla="*/ 26 w 2038"/>
                <a:gd name="T11" fmla="*/ 327 h 1873"/>
                <a:gd name="T12" fmla="*/ 6 w 2038"/>
                <a:gd name="T13" fmla="*/ 276 h 1873"/>
                <a:gd name="T14" fmla="*/ 0 w 2038"/>
                <a:gd name="T15" fmla="*/ 221 h 1873"/>
                <a:gd name="T16" fmla="*/ 6 w 2038"/>
                <a:gd name="T17" fmla="*/ 165 h 1873"/>
                <a:gd name="T18" fmla="*/ 26 w 2038"/>
                <a:gd name="T19" fmla="*/ 114 h 1873"/>
                <a:gd name="T20" fmla="*/ 58 w 2038"/>
                <a:gd name="T21" fmla="*/ 71 h 1873"/>
                <a:gd name="T22" fmla="*/ 101 w 2038"/>
                <a:gd name="T23" fmla="*/ 37 h 1873"/>
                <a:gd name="T24" fmla="*/ 154 w 2038"/>
                <a:gd name="T25" fmla="*/ 13 h 1873"/>
                <a:gd name="T26" fmla="*/ 215 w 2038"/>
                <a:gd name="T27" fmla="*/ 1 h 1873"/>
                <a:gd name="T28" fmla="*/ 282 w 2038"/>
                <a:gd name="T29" fmla="*/ 2 h 1873"/>
                <a:gd name="T30" fmla="*/ 341 w 2038"/>
                <a:gd name="T31" fmla="*/ 17 h 1873"/>
                <a:gd name="T32" fmla="*/ 391 w 2038"/>
                <a:gd name="T33" fmla="*/ 43 h 1873"/>
                <a:gd name="T34" fmla="*/ 431 w 2038"/>
                <a:gd name="T35" fmla="*/ 78 h 1873"/>
                <a:gd name="T36" fmla="*/ 460 w 2038"/>
                <a:gd name="T37" fmla="*/ 123 h 1873"/>
                <a:gd name="T38" fmla="*/ 476 w 2038"/>
                <a:gd name="T39" fmla="*/ 175 h 1873"/>
                <a:gd name="T40" fmla="*/ 480 w 2038"/>
                <a:gd name="T41" fmla="*/ 254 h 1873"/>
                <a:gd name="T42" fmla="*/ 465 w 2038"/>
                <a:gd name="T43" fmla="*/ 307 h 1873"/>
                <a:gd name="T44" fmla="*/ 438 w 2038"/>
                <a:gd name="T45" fmla="*/ 353 h 1873"/>
                <a:gd name="T46" fmla="*/ 400 w 2038"/>
                <a:gd name="T47" fmla="*/ 392 h 1873"/>
                <a:gd name="T48" fmla="*/ 352 w 2038"/>
                <a:gd name="T49" fmla="*/ 420 h 1873"/>
                <a:gd name="T50" fmla="*/ 292 w 2038"/>
                <a:gd name="T51" fmla="*/ 438 h 1873"/>
                <a:gd name="T52" fmla="*/ 2038 w 2038"/>
                <a:gd name="T53" fmla="*/ 1873 h 1873"/>
                <a:gd name="T54" fmla="*/ 1585 w 2038"/>
                <a:gd name="T55" fmla="*/ 1153 h 1873"/>
                <a:gd name="T56" fmla="*/ 1562 w 2038"/>
                <a:gd name="T57" fmla="*/ 1059 h 1873"/>
                <a:gd name="T58" fmla="*/ 1534 w 2038"/>
                <a:gd name="T59" fmla="*/ 1005 h 1873"/>
                <a:gd name="T60" fmla="*/ 1493 w 2038"/>
                <a:gd name="T61" fmla="*/ 964 h 1873"/>
                <a:gd name="T62" fmla="*/ 1441 w 2038"/>
                <a:gd name="T63" fmla="*/ 936 h 1873"/>
                <a:gd name="T64" fmla="*/ 1377 w 2038"/>
                <a:gd name="T65" fmla="*/ 925 h 1873"/>
                <a:gd name="T66" fmla="*/ 1283 w 2038"/>
                <a:gd name="T67" fmla="*/ 938 h 1873"/>
                <a:gd name="T68" fmla="*/ 1209 w 2038"/>
                <a:gd name="T69" fmla="*/ 985 h 1873"/>
                <a:gd name="T70" fmla="*/ 1160 w 2038"/>
                <a:gd name="T71" fmla="*/ 1052 h 1873"/>
                <a:gd name="T72" fmla="*/ 1139 w 2038"/>
                <a:gd name="T73" fmla="*/ 1115 h 1873"/>
                <a:gd name="T74" fmla="*/ 691 w 2038"/>
                <a:gd name="T75" fmla="*/ 1873 h 1873"/>
                <a:gd name="T76" fmla="*/ 692 w 2038"/>
                <a:gd name="T77" fmla="*/ 1599 h 1873"/>
                <a:gd name="T78" fmla="*/ 694 w 2038"/>
                <a:gd name="T79" fmla="*/ 1050 h 1873"/>
                <a:gd name="T80" fmla="*/ 692 w 2038"/>
                <a:gd name="T81" fmla="*/ 632 h 1873"/>
                <a:gd name="T82" fmla="*/ 1143 w 2038"/>
                <a:gd name="T83" fmla="*/ 783 h 1873"/>
                <a:gd name="T84" fmla="*/ 1195 w 2038"/>
                <a:gd name="T85" fmla="*/ 712 h 1873"/>
                <a:gd name="T86" fmla="*/ 1287 w 2038"/>
                <a:gd name="T87" fmla="*/ 647 h 1873"/>
                <a:gd name="T88" fmla="*/ 1363 w 2038"/>
                <a:gd name="T89" fmla="*/ 614 h 1873"/>
                <a:gd name="T90" fmla="*/ 1453 w 2038"/>
                <a:gd name="T91" fmla="*/ 594 h 1873"/>
                <a:gd name="T92" fmla="*/ 1561 w 2038"/>
                <a:gd name="T93" fmla="*/ 588 h 1873"/>
                <a:gd name="T94" fmla="*/ 1686 w 2038"/>
                <a:gd name="T95" fmla="*/ 608 h 1873"/>
                <a:gd name="T96" fmla="*/ 1797 w 2038"/>
                <a:gd name="T97" fmla="*/ 654 h 1873"/>
                <a:gd name="T98" fmla="*/ 1893 w 2038"/>
                <a:gd name="T99" fmla="*/ 729 h 1873"/>
                <a:gd name="T100" fmla="*/ 1967 w 2038"/>
                <a:gd name="T101" fmla="*/ 833 h 1873"/>
                <a:gd name="T102" fmla="*/ 2017 w 2038"/>
                <a:gd name="T103" fmla="*/ 966 h 1873"/>
                <a:gd name="T104" fmla="*/ 2037 w 2038"/>
                <a:gd name="T105" fmla="*/ 1129 h 1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8" h="1873">
                  <a:moveTo>
                    <a:pt x="448" y="1873"/>
                  </a:moveTo>
                  <a:lnTo>
                    <a:pt x="51" y="1873"/>
                  </a:lnTo>
                  <a:lnTo>
                    <a:pt x="51" y="601"/>
                  </a:lnTo>
                  <a:lnTo>
                    <a:pt x="448" y="601"/>
                  </a:lnTo>
                  <a:lnTo>
                    <a:pt x="448" y="1873"/>
                  </a:lnTo>
                  <a:close/>
                  <a:moveTo>
                    <a:pt x="239" y="442"/>
                  </a:moveTo>
                  <a:lnTo>
                    <a:pt x="239" y="442"/>
                  </a:lnTo>
                  <a:lnTo>
                    <a:pt x="237" y="442"/>
                  </a:lnTo>
                  <a:lnTo>
                    <a:pt x="224" y="442"/>
                  </a:lnTo>
                  <a:lnTo>
                    <a:pt x="210" y="441"/>
                  </a:lnTo>
                  <a:lnTo>
                    <a:pt x="198" y="439"/>
                  </a:lnTo>
                  <a:lnTo>
                    <a:pt x="185" y="438"/>
                  </a:lnTo>
                  <a:lnTo>
                    <a:pt x="173" y="434"/>
                  </a:lnTo>
                  <a:lnTo>
                    <a:pt x="161" y="431"/>
                  </a:lnTo>
                  <a:lnTo>
                    <a:pt x="150" y="428"/>
                  </a:lnTo>
                  <a:lnTo>
                    <a:pt x="139" y="424"/>
                  </a:lnTo>
                  <a:lnTo>
                    <a:pt x="128" y="420"/>
                  </a:lnTo>
                  <a:lnTo>
                    <a:pt x="117" y="416"/>
                  </a:lnTo>
                  <a:lnTo>
                    <a:pt x="108" y="409"/>
                  </a:lnTo>
                  <a:lnTo>
                    <a:pt x="99" y="404"/>
                  </a:lnTo>
                  <a:lnTo>
                    <a:pt x="89" y="398"/>
                  </a:lnTo>
                  <a:lnTo>
                    <a:pt x="80" y="392"/>
                  </a:lnTo>
                  <a:lnTo>
                    <a:pt x="72" y="384"/>
                  </a:lnTo>
                  <a:lnTo>
                    <a:pt x="64" y="377"/>
                  </a:lnTo>
                  <a:lnTo>
                    <a:pt x="57" y="370"/>
                  </a:lnTo>
                  <a:lnTo>
                    <a:pt x="50" y="362"/>
                  </a:lnTo>
                  <a:lnTo>
                    <a:pt x="42" y="353"/>
                  </a:lnTo>
                  <a:lnTo>
                    <a:pt x="36" y="345"/>
                  </a:lnTo>
                  <a:lnTo>
                    <a:pt x="31" y="335"/>
                  </a:lnTo>
                  <a:lnTo>
                    <a:pt x="26" y="327"/>
                  </a:lnTo>
                  <a:lnTo>
                    <a:pt x="21" y="317"/>
                  </a:lnTo>
                  <a:lnTo>
                    <a:pt x="16" y="307"/>
                  </a:lnTo>
                  <a:lnTo>
                    <a:pt x="12" y="297"/>
                  </a:lnTo>
                  <a:lnTo>
                    <a:pt x="9" y="287"/>
                  </a:lnTo>
                  <a:lnTo>
                    <a:pt x="6" y="276"/>
                  </a:lnTo>
                  <a:lnTo>
                    <a:pt x="4" y="266"/>
                  </a:lnTo>
                  <a:lnTo>
                    <a:pt x="2" y="255"/>
                  </a:lnTo>
                  <a:lnTo>
                    <a:pt x="1" y="244"/>
                  </a:lnTo>
                  <a:lnTo>
                    <a:pt x="0" y="232"/>
                  </a:lnTo>
                  <a:lnTo>
                    <a:pt x="0" y="221"/>
                  </a:lnTo>
                  <a:lnTo>
                    <a:pt x="0" y="210"/>
                  </a:lnTo>
                  <a:lnTo>
                    <a:pt x="1" y="198"/>
                  </a:lnTo>
                  <a:lnTo>
                    <a:pt x="2" y="187"/>
                  </a:lnTo>
                  <a:lnTo>
                    <a:pt x="4" y="175"/>
                  </a:lnTo>
                  <a:lnTo>
                    <a:pt x="6" y="165"/>
                  </a:lnTo>
                  <a:lnTo>
                    <a:pt x="9" y="154"/>
                  </a:lnTo>
                  <a:lnTo>
                    <a:pt x="12" y="144"/>
                  </a:lnTo>
                  <a:lnTo>
                    <a:pt x="16" y="134"/>
                  </a:lnTo>
                  <a:lnTo>
                    <a:pt x="22" y="123"/>
                  </a:lnTo>
                  <a:lnTo>
                    <a:pt x="26" y="114"/>
                  </a:lnTo>
                  <a:lnTo>
                    <a:pt x="32" y="104"/>
                  </a:lnTo>
                  <a:lnTo>
                    <a:pt x="37" y="96"/>
                  </a:lnTo>
                  <a:lnTo>
                    <a:pt x="44" y="88"/>
                  </a:lnTo>
                  <a:lnTo>
                    <a:pt x="51" y="79"/>
                  </a:lnTo>
                  <a:lnTo>
                    <a:pt x="58" y="71"/>
                  </a:lnTo>
                  <a:lnTo>
                    <a:pt x="65" y="64"/>
                  </a:lnTo>
                  <a:lnTo>
                    <a:pt x="74" y="56"/>
                  </a:lnTo>
                  <a:lnTo>
                    <a:pt x="83" y="49"/>
                  </a:lnTo>
                  <a:lnTo>
                    <a:pt x="91" y="43"/>
                  </a:lnTo>
                  <a:lnTo>
                    <a:pt x="101" y="37"/>
                  </a:lnTo>
                  <a:lnTo>
                    <a:pt x="111" y="31"/>
                  </a:lnTo>
                  <a:lnTo>
                    <a:pt x="121" y="26"/>
                  </a:lnTo>
                  <a:lnTo>
                    <a:pt x="132" y="21"/>
                  </a:lnTo>
                  <a:lnTo>
                    <a:pt x="142" y="17"/>
                  </a:lnTo>
                  <a:lnTo>
                    <a:pt x="154" y="13"/>
                  </a:lnTo>
                  <a:lnTo>
                    <a:pt x="165" y="10"/>
                  </a:lnTo>
                  <a:lnTo>
                    <a:pt x="178" y="7"/>
                  </a:lnTo>
                  <a:lnTo>
                    <a:pt x="189" y="4"/>
                  </a:lnTo>
                  <a:lnTo>
                    <a:pt x="203" y="2"/>
                  </a:lnTo>
                  <a:lnTo>
                    <a:pt x="215" y="1"/>
                  </a:lnTo>
                  <a:lnTo>
                    <a:pt x="229" y="0"/>
                  </a:lnTo>
                  <a:lnTo>
                    <a:pt x="242" y="0"/>
                  </a:lnTo>
                  <a:lnTo>
                    <a:pt x="256" y="0"/>
                  </a:lnTo>
                  <a:lnTo>
                    <a:pt x="269" y="1"/>
                  </a:lnTo>
                  <a:lnTo>
                    <a:pt x="282" y="2"/>
                  </a:lnTo>
                  <a:lnTo>
                    <a:pt x="294" y="4"/>
                  </a:lnTo>
                  <a:lnTo>
                    <a:pt x="307" y="7"/>
                  </a:lnTo>
                  <a:lnTo>
                    <a:pt x="318" y="10"/>
                  </a:lnTo>
                  <a:lnTo>
                    <a:pt x="330" y="13"/>
                  </a:lnTo>
                  <a:lnTo>
                    <a:pt x="341" y="17"/>
                  </a:lnTo>
                  <a:lnTo>
                    <a:pt x="352" y="21"/>
                  </a:lnTo>
                  <a:lnTo>
                    <a:pt x="362" y="26"/>
                  </a:lnTo>
                  <a:lnTo>
                    <a:pt x="372" y="31"/>
                  </a:lnTo>
                  <a:lnTo>
                    <a:pt x="382" y="37"/>
                  </a:lnTo>
                  <a:lnTo>
                    <a:pt x="391" y="43"/>
                  </a:lnTo>
                  <a:lnTo>
                    <a:pt x="399" y="49"/>
                  </a:lnTo>
                  <a:lnTo>
                    <a:pt x="408" y="56"/>
                  </a:lnTo>
                  <a:lnTo>
                    <a:pt x="416" y="63"/>
                  </a:lnTo>
                  <a:lnTo>
                    <a:pt x="423" y="71"/>
                  </a:lnTo>
                  <a:lnTo>
                    <a:pt x="431" y="78"/>
                  </a:lnTo>
                  <a:lnTo>
                    <a:pt x="437" y="87"/>
                  </a:lnTo>
                  <a:lnTo>
                    <a:pt x="443" y="96"/>
                  </a:lnTo>
                  <a:lnTo>
                    <a:pt x="449" y="104"/>
                  </a:lnTo>
                  <a:lnTo>
                    <a:pt x="455" y="114"/>
                  </a:lnTo>
                  <a:lnTo>
                    <a:pt x="460" y="123"/>
                  </a:lnTo>
                  <a:lnTo>
                    <a:pt x="464" y="134"/>
                  </a:lnTo>
                  <a:lnTo>
                    <a:pt x="468" y="143"/>
                  </a:lnTo>
                  <a:lnTo>
                    <a:pt x="471" y="153"/>
                  </a:lnTo>
                  <a:lnTo>
                    <a:pt x="474" y="165"/>
                  </a:lnTo>
                  <a:lnTo>
                    <a:pt x="476" y="175"/>
                  </a:lnTo>
                  <a:lnTo>
                    <a:pt x="481" y="197"/>
                  </a:lnTo>
                  <a:lnTo>
                    <a:pt x="482" y="221"/>
                  </a:lnTo>
                  <a:lnTo>
                    <a:pt x="482" y="232"/>
                  </a:lnTo>
                  <a:lnTo>
                    <a:pt x="481" y="244"/>
                  </a:lnTo>
                  <a:lnTo>
                    <a:pt x="480" y="254"/>
                  </a:lnTo>
                  <a:lnTo>
                    <a:pt x="477" y="266"/>
                  </a:lnTo>
                  <a:lnTo>
                    <a:pt x="475" y="276"/>
                  </a:lnTo>
                  <a:lnTo>
                    <a:pt x="472" y="287"/>
                  </a:lnTo>
                  <a:lnTo>
                    <a:pt x="469" y="297"/>
                  </a:lnTo>
                  <a:lnTo>
                    <a:pt x="465" y="307"/>
                  </a:lnTo>
                  <a:lnTo>
                    <a:pt x="461" y="317"/>
                  </a:lnTo>
                  <a:lnTo>
                    <a:pt x="456" y="326"/>
                  </a:lnTo>
                  <a:lnTo>
                    <a:pt x="450" y="335"/>
                  </a:lnTo>
                  <a:lnTo>
                    <a:pt x="444" y="345"/>
                  </a:lnTo>
                  <a:lnTo>
                    <a:pt x="438" y="353"/>
                  </a:lnTo>
                  <a:lnTo>
                    <a:pt x="432" y="362"/>
                  </a:lnTo>
                  <a:lnTo>
                    <a:pt x="424" y="370"/>
                  </a:lnTo>
                  <a:lnTo>
                    <a:pt x="417" y="377"/>
                  </a:lnTo>
                  <a:lnTo>
                    <a:pt x="409" y="384"/>
                  </a:lnTo>
                  <a:lnTo>
                    <a:pt x="400" y="392"/>
                  </a:lnTo>
                  <a:lnTo>
                    <a:pt x="391" y="398"/>
                  </a:lnTo>
                  <a:lnTo>
                    <a:pt x="382" y="404"/>
                  </a:lnTo>
                  <a:lnTo>
                    <a:pt x="372" y="409"/>
                  </a:lnTo>
                  <a:lnTo>
                    <a:pt x="362" y="415"/>
                  </a:lnTo>
                  <a:lnTo>
                    <a:pt x="352" y="420"/>
                  </a:lnTo>
                  <a:lnTo>
                    <a:pt x="340" y="424"/>
                  </a:lnTo>
                  <a:lnTo>
                    <a:pt x="329" y="428"/>
                  </a:lnTo>
                  <a:lnTo>
                    <a:pt x="317" y="431"/>
                  </a:lnTo>
                  <a:lnTo>
                    <a:pt x="305" y="434"/>
                  </a:lnTo>
                  <a:lnTo>
                    <a:pt x="292" y="438"/>
                  </a:lnTo>
                  <a:lnTo>
                    <a:pt x="280" y="439"/>
                  </a:lnTo>
                  <a:lnTo>
                    <a:pt x="267" y="441"/>
                  </a:lnTo>
                  <a:lnTo>
                    <a:pt x="254" y="442"/>
                  </a:lnTo>
                  <a:lnTo>
                    <a:pt x="239" y="442"/>
                  </a:lnTo>
                  <a:close/>
                  <a:moveTo>
                    <a:pt x="2038" y="1873"/>
                  </a:moveTo>
                  <a:lnTo>
                    <a:pt x="2038" y="1873"/>
                  </a:lnTo>
                  <a:lnTo>
                    <a:pt x="1588" y="1873"/>
                  </a:lnTo>
                  <a:lnTo>
                    <a:pt x="1588" y="1215"/>
                  </a:lnTo>
                  <a:lnTo>
                    <a:pt x="1587" y="1183"/>
                  </a:lnTo>
                  <a:lnTo>
                    <a:pt x="1585" y="1153"/>
                  </a:lnTo>
                  <a:lnTo>
                    <a:pt x="1581" y="1124"/>
                  </a:lnTo>
                  <a:lnTo>
                    <a:pt x="1574" y="1097"/>
                  </a:lnTo>
                  <a:lnTo>
                    <a:pt x="1571" y="1084"/>
                  </a:lnTo>
                  <a:lnTo>
                    <a:pt x="1567" y="1072"/>
                  </a:lnTo>
                  <a:lnTo>
                    <a:pt x="1562" y="1059"/>
                  </a:lnTo>
                  <a:lnTo>
                    <a:pt x="1558" y="1048"/>
                  </a:lnTo>
                  <a:lnTo>
                    <a:pt x="1552" y="1036"/>
                  </a:lnTo>
                  <a:lnTo>
                    <a:pt x="1546" y="1025"/>
                  </a:lnTo>
                  <a:lnTo>
                    <a:pt x="1540" y="1015"/>
                  </a:lnTo>
                  <a:lnTo>
                    <a:pt x="1534" y="1005"/>
                  </a:lnTo>
                  <a:lnTo>
                    <a:pt x="1526" y="996"/>
                  </a:lnTo>
                  <a:lnTo>
                    <a:pt x="1518" y="987"/>
                  </a:lnTo>
                  <a:lnTo>
                    <a:pt x="1511" y="979"/>
                  </a:lnTo>
                  <a:lnTo>
                    <a:pt x="1501" y="971"/>
                  </a:lnTo>
                  <a:lnTo>
                    <a:pt x="1493" y="964"/>
                  </a:lnTo>
                  <a:lnTo>
                    <a:pt x="1484" y="957"/>
                  </a:lnTo>
                  <a:lnTo>
                    <a:pt x="1473" y="951"/>
                  </a:lnTo>
                  <a:lnTo>
                    <a:pt x="1463" y="946"/>
                  </a:lnTo>
                  <a:lnTo>
                    <a:pt x="1453" y="941"/>
                  </a:lnTo>
                  <a:lnTo>
                    <a:pt x="1441" y="936"/>
                  </a:lnTo>
                  <a:lnTo>
                    <a:pt x="1429" y="933"/>
                  </a:lnTo>
                  <a:lnTo>
                    <a:pt x="1416" y="930"/>
                  </a:lnTo>
                  <a:lnTo>
                    <a:pt x="1404" y="928"/>
                  </a:lnTo>
                  <a:lnTo>
                    <a:pt x="1390" y="926"/>
                  </a:lnTo>
                  <a:lnTo>
                    <a:pt x="1377" y="925"/>
                  </a:lnTo>
                  <a:lnTo>
                    <a:pt x="1362" y="925"/>
                  </a:lnTo>
                  <a:lnTo>
                    <a:pt x="1341" y="926"/>
                  </a:lnTo>
                  <a:lnTo>
                    <a:pt x="1320" y="928"/>
                  </a:lnTo>
                  <a:lnTo>
                    <a:pt x="1301" y="932"/>
                  </a:lnTo>
                  <a:lnTo>
                    <a:pt x="1283" y="938"/>
                  </a:lnTo>
                  <a:lnTo>
                    <a:pt x="1266" y="946"/>
                  </a:lnTo>
                  <a:lnTo>
                    <a:pt x="1251" y="954"/>
                  </a:lnTo>
                  <a:lnTo>
                    <a:pt x="1235" y="963"/>
                  </a:lnTo>
                  <a:lnTo>
                    <a:pt x="1222" y="974"/>
                  </a:lnTo>
                  <a:lnTo>
                    <a:pt x="1209" y="985"/>
                  </a:lnTo>
                  <a:lnTo>
                    <a:pt x="1198" y="998"/>
                  </a:lnTo>
                  <a:lnTo>
                    <a:pt x="1187" y="1010"/>
                  </a:lnTo>
                  <a:lnTo>
                    <a:pt x="1177" y="1024"/>
                  </a:lnTo>
                  <a:lnTo>
                    <a:pt x="1168" y="1038"/>
                  </a:lnTo>
                  <a:lnTo>
                    <a:pt x="1160" y="1052"/>
                  </a:lnTo>
                  <a:lnTo>
                    <a:pt x="1153" y="1066"/>
                  </a:lnTo>
                  <a:lnTo>
                    <a:pt x="1148" y="1081"/>
                  </a:lnTo>
                  <a:lnTo>
                    <a:pt x="1143" y="1091"/>
                  </a:lnTo>
                  <a:lnTo>
                    <a:pt x="1140" y="1103"/>
                  </a:lnTo>
                  <a:lnTo>
                    <a:pt x="1139" y="1115"/>
                  </a:lnTo>
                  <a:lnTo>
                    <a:pt x="1138" y="1129"/>
                  </a:lnTo>
                  <a:lnTo>
                    <a:pt x="1137" y="1156"/>
                  </a:lnTo>
                  <a:lnTo>
                    <a:pt x="1137" y="1185"/>
                  </a:lnTo>
                  <a:lnTo>
                    <a:pt x="1137" y="1873"/>
                  </a:lnTo>
                  <a:lnTo>
                    <a:pt x="691" y="1873"/>
                  </a:lnTo>
                  <a:lnTo>
                    <a:pt x="691" y="1860"/>
                  </a:lnTo>
                  <a:lnTo>
                    <a:pt x="691" y="1823"/>
                  </a:lnTo>
                  <a:lnTo>
                    <a:pt x="692" y="1765"/>
                  </a:lnTo>
                  <a:lnTo>
                    <a:pt x="692" y="1689"/>
                  </a:lnTo>
                  <a:lnTo>
                    <a:pt x="692" y="1599"/>
                  </a:lnTo>
                  <a:lnTo>
                    <a:pt x="693" y="1498"/>
                  </a:lnTo>
                  <a:lnTo>
                    <a:pt x="693" y="1390"/>
                  </a:lnTo>
                  <a:lnTo>
                    <a:pt x="693" y="1277"/>
                  </a:lnTo>
                  <a:lnTo>
                    <a:pt x="693" y="1162"/>
                  </a:lnTo>
                  <a:lnTo>
                    <a:pt x="694" y="1050"/>
                  </a:lnTo>
                  <a:lnTo>
                    <a:pt x="694" y="942"/>
                  </a:lnTo>
                  <a:lnTo>
                    <a:pt x="693" y="845"/>
                  </a:lnTo>
                  <a:lnTo>
                    <a:pt x="693" y="757"/>
                  </a:lnTo>
                  <a:lnTo>
                    <a:pt x="693" y="686"/>
                  </a:lnTo>
                  <a:lnTo>
                    <a:pt x="692" y="632"/>
                  </a:lnTo>
                  <a:lnTo>
                    <a:pt x="691" y="601"/>
                  </a:lnTo>
                  <a:lnTo>
                    <a:pt x="1137" y="601"/>
                  </a:lnTo>
                  <a:lnTo>
                    <a:pt x="1137" y="801"/>
                  </a:lnTo>
                  <a:lnTo>
                    <a:pt x="1140" y="793"/>
                  </a:lnTo>
                  <a:lnTo>
                    <a:pt x="1143" y="783"/>
                  </a:lnTo>
                  <a:lnTo>
                    <a:pt x="1148" y="775"/>
                  </a:lnTo>
                  <a:lnTo>
                    <a:pt x="1153" y="766"/>
                  </a:lnTo>
                  <a:lnTo>
                    <a:pt x="1164" y="749"/>
                  </a:lnTo>
                  <a:lnTo>
                    <a:pt x="1179" y="730"/>
                  </a:lnTo>
                  <a:lnTo>
                    <a:pt x="1195" y="712"/>
                  </a:lnTo>
                  <a:lnTo>
                    <a:pt x="1214" y="695"/>
                  </a:lnTo>
                  <a:lnTo>
                    <a:pt x="1236" y="678"/>
                  </a:lnTo>
                  <a:lnTo>
                    <a:pt x="1260" y="661"/>
                  </a:lnTo>
                  <a:lnTo>
                    <a:pt x="1274" y="654"/>
                  </a:lnTo>
                  <a:lnTo>
                    <a:pt x="1287" y="647"/>
                  </a:lnTo>
                  <a:lnTo>
                    <a:pt x="1301" y="639"/>
                  </a:lnTo>
                  <a:lnTo>
                    <a:pt x="1315" y="632"/>
                  </a:lnTo>
                  <a:lnTo>
                    <a:pt x="1331" y="626"/>
                  </a:lnTo>
                  <a:lnTo>
                    <a:pt x="1346" y="620"/>
                  </a:lnTo>
                  <a:lnTo>
                    <a:pt x="1363" y="614"/>
                  </a:lnTo>
                  <a:lnTo>
                    <a:pt x="1380" y="609"/>
                  </a:lnTo>
                  <a:lnTo>
                    <a:pt x="1397" y="604"/>
                  </a:lnTo>
                  <a:lnTo>
                    <a:pt x="1415" y="601"/>
                  </a:lnTo>
                  <a:lnTo>
                    <a:pt x="1434" y="597"/>
                  </a:lnTo>
                  <a:lnTo>
                    <a:pt x="1453" y="594"/>
                  </a:lnTo>
                  <a:lnTo>
                    <a:pt x="1472" y="592"/>
                  </a:lnTo>
                  <a:lnTo>
                    <a:pt x="1492" y="590"/>
                  </a:lnTo>
                  <a:lnTo>
                    <a:pt x="1513" y="588"/>
                  </a:lnTo>
                  <a:lnTo>
                    <a:pt x="1534" y="588"/>
                  </a:lnTo>
                  <a:lnTo>
                    <a:pt x="1561" y="588"/>
                  </a:lnTo>
                  <a:lnTo>
                    <a:pt x="1587" y="591"/>
                  </a:lnTo>
                  <a:lnTo>
                    <a:pt x="1612" y="594"/>
                  </a:lnTo>
                  <a:lnTo>
                    <a:pt x="1637" y="597"/>
                  </a:lnTo>
                  <a:lnTo>
                    <a:pt x="1662" y="602"/>
                  </a:lnTo>
                  <a:lnTo>
                    <a:pt x="1686" y="608"/>
                  </a:lnTo>
                  <a:lnTo>
                    <a:pt x="1710" y="614"/>
                  </a:lnTo>
                  <a:lnTo>
                    <a:pt x="1732" y="623"/>
                  </a:lnTo>
                  <a:lnTo>
                    <a:pt x="1754" y="632"/>
                  </a:lnTo>
                  <a:lnTo>
                    <a:pt x="1776" y="643"/>
                  </a:lnTo>
                  <a:lnTo>
                    <a:pt x="1797" y="654"/>
                  </a:lnTo>
                  <a:lnTo>
                    <a:pt x="1818" y="668"/>
                  </a:lnTo>
                  <a:lnTo>
                    <a:pt x="1838" y="681"/>
                  </a:lnTo>
                  <a:lnTo>
                    <a:pt x="1856" y="696"/>
                  </a:lnTo>
                  <a:lnTo>
                    <a:pt x="1875" y="712"/>
                  </a:lnTo>
                  <a:lnTo>
                    <a:pt x="1893" y="729"/>
                  </a:lnTo>
                  <a:lnTo>
                    <a:pt x="1908" y="748"/>
                  </a:lnTo>
                  <a:lnTo>
                    <a:pt x="1925" y="768"/>
                  </a:lnTo>
                  <a:lnTo>
                    <a:pt x="1940" y="788"/>
                  </a:lnTo>
                  <a:lnTo>
                    <a:pt x="1953" y="810"/>
                  </a:lnTo>
                  <a:lnTo>
                    <a:pt x="1967" y="833"/>
                  </a:lnTo>
                  <a:lnTo>
                    <a:pt x="1978" y="857"/>
                  </a:lnTo>
                  <a:lnTo>
                    <a:pt x="1989" y="882"/>
                  </a:lnTo>
                  <a:lnTo>
                    <a:pt x="1999" y="909"/>
                  </a:lnTo>
                  <a:lnTo>
                    <a:pt x="2008" y="937"/>
                  </a:lnTo>
                  <a:lnTo>
                    <a:pt x="2017" y="966"/>
                  </a:lnTo>
                  <a:lnTo>
                    <a:pt x="2023" y="997"/>
                  </a:lnTo>
                  <a:lnTo>
                    <a:pt x="2028" y="1028"/>
                  </a:lnTo>
                  <a:lnTo>
                    <a:pt x="2033" y="1060"/>
                  </a:lnTo>
                  <a:lnTo>
                    <a:pt x="2036" y="1094"/>
                  </a:lnTo>
                  <a:lnTo>
                    <a:pt x="2037" y="1129"/>
                  </a:lnTo>
                  <a:lnTo>
                    <a:pt x="2038" y="1165"/>
                  </a:lnTo>
                  <a:lnTo>
                    <a:pt x="2038" y="187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grpSp>
        <p:nvGrpSpPr>
          <p:cNvPr id="6" name="Group 5"/>
          <p:cNvGrpSpPr/>
          <p:nvPr userDrawn="1"/>
        </p:nvGrpSpPr>
        <p:grpSpPr>
          <a:xfrm>
            <a:off x="7429392" y="3643316"/>
            <a:ext cx="431800" cy="431800"/>
            <a:chOff x="7429392" y="3643316"/>
            <a:chExt cx="431800" cy="431800"/>
          </a:xfrm>
        </p:grpSpPr>
        <p:sp>
          <p:nvSpPr>
            <p:cNvPr id="15" name="Freeform 9">
              <a:hlinkClick r:id="rId5"/>
            </p:cNvPr>
            <p:cNvSpPr>
              <a:spLocks/>
            </p:cNvSpPr>
            <p:nvPr userDrawn="1"/>
          </p:nvSpPr>
          <p:spPr bwMode="auto">
            <a:xfrm>
              <a:off x="7429392" y="3643316"/>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6" name="Freeform 10"/>
            <p:cNvSpPr>
              <a:spLocks/>
            </p:cNvSpPr>
            <p:nvPr userDrawn="1"/>
          </p:nvSpPr>
          <p:spPr bwMode="auto">
            <a:xfrm>
              <a:off x="7592905" y="3751266"/>
              <a:ext cx="104775" cy="215900"/>
            </a:xfrm>
            <a:custGeom>
              <a:avLst/>
              <a:gdLst>
                <a:gd name="T0" fmla="*/ 210 w 984"/>
                <a:gd name="T1" fmla="*/ 675 h 2040"/>
                <a:gd name="T2" fmla="*/ 211 w 984"/>
                <a:gd name="T3" fmla="*/ 433 h 2040"/>
                <a:gd name="T4" fmla="*/ 214 w 984"/>
                <a:gd name="T5" fmla="*/ 374 h 2040"/>
                <a:gd name="T6" fmla="*/ 218 w 984"/>
                <a:gd name="T7" fmla="*/ 331 h 2040"/>
                <a:gd name="T8" fmla="*/ 224 w 984"/>
                <a:gd name="T9" fmla="*/ 289 h 2040"/>
                <a:gd name="T10" fmla="*/ 234 w 984"/>
                <a:gd name="T11" fmla="*/ 247 h 2040"/>
                <a:gd name="T12" fmla="*/ 248 w 984"/>
                <a:gd name="T13" fmla="*/ 207 h 2040"/>
                <a:gd name="T14" fmla="*/ 268 w 984"/>
                <a:gd name="T15" fmla="*/ 170 h 2040"/>
                <a:gd name="T16" fmla="*/ 292 w 984"/>
                <a:gd name="T17" fmla="*/ 137 h 2040"/>
                <a:gd name="T18" fmla="*/ 321 w 984"/>
                <a:gd name="T19" fmla="*/ 105 h 2040"/>
                <a:gd name="T20" fmla="*/ 352 w 984"/>
                <a:gd name="T21" fmla="*/ 77 h 2040"/>
                <a:gd name="T22" fmla="*/ 388 w 984"/>
                <a:gd name="T23" fmla="*/ 53 h 2040"/>
                <a:gd name="T24" fmla="*/ 428 w 984"/>
                <a:gd name="T25" fmla="*/ 33 h 2040"/>
                <a:gd name="T26" fmla="*/ 472 w 984"/>
                <a:gd name="T27" fmla="*/ 17 h 2040"/>
                <a:gd name="T28" fmla="*/ 522 w 984"/>
                <a:gd name="T29" fmla="*/ 7 h 2040"/>
                <a:gd name="T30" fmla="*/ 576 w 984"/>
                <a:gd name="T31" fmla="*/ 0 h 2040"/>
                <a:gd name="T32" fmla="*/ 654 w 984"/>
                <a:gd name="T33" fmla="*/ 0 h 2040"/>
                <a:gd name="T34" fmla="*/ 740 w 984"/>
                <a:gd name="T35" fmla="*/ 3 h 2040"/>
                <a:gd name="T36" fmla="*/ 812 w 984"/>
                <a:gd name="T37" fmla="*/ 9 h 2040"/>
                <a:gd name="T38" fmla="*/ 870 w 984"/>
                <a:gd name="T39" fmla="*/ 16 h 2040"/>
                <a:gd name="T40" fmla="*/ 935 w 984"/>
                <a:gd name="T41" fmla="*/ 26 h 2040"/>
                <a:gd name="T42" fmla="*/ 978 w 984"/>
                <a:gd name="T43" fmla="*/ 37 h 2040"/>
                <a:gd name="T44" fmla="*/ 932 w 984"/>
                <a:gd name="T45" fmla="*/ 350 h 2040"/>
                <a:gd name="T46" fmla="*/ 916 w 984"/>
                <a:gd name="T47" fmla="*/ 346 h 2040"/>
                <a:gd name="T48" fmla="*/ 877 w 984"/>
                <a:gd name="T49" fmla="*/ 338 h 2040"/>
                <a:gd name="T50" fmla="*/ 822 w 984"/>
                <a:gd name="T51" fmla="*/ 329 h 2040"/>
                <a:gd name="T52" fmla="*/ 761 w 984"/>
                <a:gd name="T53" fmla="*/ 325 h 2040"/>
                <a:gd name="T54" fmla="*/ 731 w 984"/>
                <a:gd name="T55" fmla="*/ 326 h 2040"/>
                <a:gd name="T56" fmla="*/ 703 w 984"/>
                <a:gd name="T57" fmla="*/ 331 h 2040"/>
                <a:gd name="T58" fmla="*/ 677 w 984"/>
                <a:gd name="T59" fmla="*/ 339 h 2040"/>
                <a:gd name="T60" fmla="*/ 653 w 984"/>
                <a:gd name="T61" fmla="*/ 350 h 2040"/>
                <a:gd name="T62" fmla="*/ 634 w 984"/>
                <a:gd name="T63" fmla="*/ 365 h 2040"/>
                <a:gd name="T64" fmla="*/ 618 w 984"/>
                <a:gd name="T65" fmla="*/ 384 h 2040"/>
                <a:gd name="T66" fmla="*/ 609 w 984"/>
                <a:gd name="T67" fmla="*/ 408 h 2040"/>
                <a:gd name="T68" fmla="*/ 606 w 984"/>
                <a:gd name="T69" fmla="*/ 436 h 2040"/>
                <a:gd name="T70" fmla="*/ 942 w 984"/>
                <a:gd name="T71" fmla="*/ 675 h 2040"/>
                <a:gd name="T72" fmla="*/ 606 w 984"/>
                <a:gd name="T73" fmla="*/ 980 h 2040"/>
                <a:gd name="T74" fmla="*/ 210 w 984"/>
                <a:gd name="T75" fmla="*/ 2040 h 2040"/>
                <a:gd name="T76" fmla="*/ 0 w 984"/>
                <a:gd name="T77" fmla="*/ 980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4" h="2040">
                  <a:moveTo>
                    <a:pt x="0" y="675"/>
                  </a:moveTo>
                  <a:lnTo>
                    <a:pt x="210" y="675"/>
                  </a:lnTo>
                  <a:lnTo>
                    <a:pt x="210" y="470"/>
                  </a:lnTo>
                  <a:lnTo>
                    <a:pt x="211" y="433"/>
                  </a:lnTo>
                  <a:lnTo>
                    <a:pt x="212" y="394"/>
                  </a:lnTo>
                  <a:lnTo>
                    <a:pt x="214" y="374"/>
                  </a:lnTo>
                  <a:lnTo>
                    <a:pt x="215" y="352"/>
                  </a:lnTo>
                  <a:lnTo>
                    <a:pt x="218" y="331"/>
                  </a:lnTo>
                  <a:lnTo>
                    <a:pt x="220" y="311"/>
                  </a:lnTo>
                  <a:lnTo>
                    <a:pt x="224" y="289"/>
                  </a:lnTo>
                  <a:lnTo>
                    <a:pt x="228" y="268"/>
                  </a:lnTo>
                  <a:lnTo>
                    <a:pt x="234" y="247"/>
                  </a:lnTo>
                  <a:lnTo>
                    <a:pt x="241" y="226"/>
                  </a:lnTo>
                  <a:lnTo>
                    <a:pt x="248" y="207"/>
                  </a:lnTo>
                  <a:lnTo>
                    <a:pt x="257" y="188"/>
                  </a:lnTo>
                  <a:lnTo>
                    <a:pt x="268" y="170"/>
                  </a:lnTo>
                  <a:lnTo>
                    <a:pt x="279" y="153"/>
                  </a:lnTo>
                  <a:lnTo>
                    <a:pt x="292" y="137"/>
                  </a:lnTo>
                  <a:lnTo>
                    <a:pt x="306" y="121"/>
                  </a:lnTo>
                  <a:lnTo>
                    <a:pt x="321" y="105"/>
                  </a:lnTo>
                  <a:lnTo>
                    <a:pt x="336" y="91"/>
                  </a:lnTo>
                  <a:lnTo>
                    <a:pt x="352" y="77"/>
                  </a:lnTo>
                  <a:lnTo>
                    <a:pt x="370" y="65"/>
                  </a:lnTo>
                  <a:lnTo>
                    <a:pt x="388" y="53"/>
                  </a:lnTo>
                  <a:lnTo>
                    <a:pt x="407" y="43"/>
                  </a:lnTo>
                  <a:lnTo>
                    <a:pt x="428" y="33"/>
                  </a:lnTo>
                  <a:lnTo>
                    <a:pt x="449" y="24"/>
                  </a:lnTo>
                  <a:lnTo>
                    <a:pt x="472" y="17"/>
                  </a:lnTo>
                  <a:lnTo>
                    <a:pt x="496" y="11"/>
                  </a:lnTo>
                  <a:lnTo>
                    <a:pt x="522" y="7"/>
                  </a:lnTo>
                  <a:lnTo>
                    <a:pt x="548" y="2"/>
                  </a:lnTo>
                  <a:lnTo>
                    <a:pt x="576" y="0"/>
                  </a:lnTo>
                  <a:lnTo>
                    <a:pt x="606" y="0"/>
                  </a:lnTo>
                  <a:lnTo>
                    <a:pt x="654" y="0"/>
                  </a:lnTo>
                  <a:lnTo>
                    <a:pt x="698" y="1"/>
                  </a:lnTo>
                  <a:lnTo>
                    <a:pt x="740" y="3"/>
                  </a:lnTo>
                  <a:lnTo>
                    <a:pt x="778" y="5"/>
                  </a:lnTo>
                  <a:lnTo>
                    <a:pt x="812" y="9"/>
                  </a:lnTo>
                  <a:lnTo>
                    <a:pt x="842" y="12"/>
                  </a:lnTo>
                  <a:lnTo>
                    <a:pt x="870" y="16"/>
                  </a:lnTo>
                  <a:lnTo>
                    <a:pt x="895" y="19"/>
                  </a:lnTo>
                  <a:lnTo>
                    <a:pt x="935" y="26"/>
                  </a:lnTo>
                  <a:lnTo>
                    <a:pt x="963" y="31"/>
                  </a:lnTo>
                  <a:lnTo>
                    <a:pt x="978" y="37"/>
                  </a:lnTo>
                  <a:lnTo>
                    <a:pt x="984" y="38"/>
                  </a:lnTo>
                  <a:lnTo>
                    <a:pt x="932" y="350"/>
                  </a:lnTo>
                  <a:lnTo>
                    <a:pt x="927" y="349"/>
                  </a:lnTo>
                  <a:lnTo>
                    <a:pt x="916" y="346"/>
                  </a:lnTo>
                  <a:lnTo>
                    <a:pt x="899" y="343"/>
                  </a:lnTo>
                  <a:lnTo>
                    <a:pt x="877" y="338"/>
                  </a:lnTo>
                  <a:lnTo>
                    <a:pt x="851" y="333"/>
                  </a:lnTo>
                  <a:lnTo>
                    <a:pt x="822" y="329"/>
                  </a:lnTo>
                  <a:lnTo>
                    <a:pt x="792" y="326"/>
                  </a:lnTo>
                  <a:lnTo>
                    <a:pt x="761" y="325"/>
                  </a:lnTo>
                  <a:lnTo>
                    <a:pt x="746" y="325"/>
                  </a:lnTo>
                  <a:lnTo>
                    <a:pt x="731" y="326"/>
                  </a:lnTo>
                  <a:lnTo>
                    <a:pt x="716" y="328"/>
                  </a:lnTo>
                  <a:lnTo>
                    <a:pt x="703" y="331"/>
                  </a:lnTo>
                  <a:lnTo>
                    <a:pt x="689" y="334"/>
                  </a:lnTo>
                  <a:lnTo>
                    <a:pt x="677" y="339"/>
                  </a:lnTo>
                  <a:lnTo>
                    <a:pt x="664" y="344"/>
                  </a:lnTo>
                  <a:lnTo>
                    <a:pt x="653" y="350"/>
                  </a:lnTo>
                  <a:lnTo>
                    <a:pt x="642" y="357"/>
                  </a:lnTo>
                  <a:lnTo>
                    <a:pt x="634" y="365"/>
                  </a:lnTo>
                  <a:lnTo>
                    <a:pt x="626" y="374"/>
                  </a:lnTo>
                  <a:lnTo>
                    <a:pt x="618" y="384"/>
                  </a:lnTo>
                  <a:lnTo>
                    <a:pt x="613" y="396"/>
                  </a:lnTo>
                  <a:lnTo>
                    <a:pt x="609" y="408"/>
                  </a:lnTo>
                  <a:lnTo>
                    <a:pt x="607" y="422"/>
                  </a:lnTo>
                  <a:lnTo>
                    <a:pt x="606" y="436"/>
                  </a:lnTo>
                  <a:lnTo>
                    <a:pt x="606" y="675"/>
                  </a:lnTo>
                  <a:lnTo>
                    <a:pt x="942" y="675"/>
                  </a:lnTo>
                  <a:lnTo>
                    <a:pt x="919" y="980"/>
                  </a:lnTo>
                  <a:lnTo>
                    <a:pt x="606" y="980"/>
                  </a:lnTo>
                  <a:lnTo>
                    <a:pt x="606" y="2040"/>
                  </a:lnTo>
                  <a:lnTo>
                    <a:pt x="210" y="2040"/>
                  </a:lnTo>
                  <a:lnTo>
                    <a:pt x="210" y="980"/>
                  </a:lnTo>
                  <a:lnTo>
                    <a:pt x="0" y="980"/>
                  </a:lnTo>
                  <a:lnTo>
                    <a:pt x="0" y="675"/>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grpSp>
        <p:nvGrpSpPr>
          <p:cNvPr id="5" name="Group 4"/>
          <p:cNvGrpSpPr/>
          <p:nvPr userDrawn="1"/>
        </p:nvGrpSpPr>
        <p:grpSpPr>
          <a:xfrm>
            <a:off x="6803917" y="3643316"/>
            <a:ext cx="431800" cy="431800"/>
            <a:chOff x="6803917" y="3643316"/>
            <a:chExt cx="431800" cy="431800"/>
          </a:xfrm>
        </p:grpSpPr>
        <p:sp>
          <p:nvSpPr>
            <p:cNvPr id="12" name="Freeform 9">
              <a:hlinkClick r:id="rId6"/>
            </p:cNvPr>
            <p:cNvSpPr>
              <a:spLocks/>
            </p:cNvSpPr>
            <p:nvPr userDrawn="1"/>
          </p:nvSpPr>
          <p:spPr bwMode="auto">
            <a:xfrm>
              <a:off x="6803917" y="3643316"/>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2" name="Isosceles Triangle 1"/>
            <p:cNvSpPr/>
            <p:nvPr userDrawn="1"/>
          </p:nvSpPr>
          <p:spPr>
            <a:xfrm rot="5400000">
              <a:off x="6932505" y="3783947"/>
              <a:ext cx="174625" cy="150539"/>
            </a:xfrm>
            <a:prstGeom prst="triangl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2196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4520" y="274640"/>
            <a:ext cx="9971267" cy="639761"/>
          </a:xfrm>
          <a:prstGeom prst="rect">
            <a:avLst/>
          </a:prstGeom>
        </p:spPr>
        <p:txBody>
          <a:bodyPr anchor="ctr">
            <a:normAutofit/>
          </a:bodyPr>
          <a:lstStyle/>
          <a:p>
            <a:pPr marL="0" lvl="0" indent="0" algn="l">
              <a:spcBef>
                <a:spcPct val="20000"/>
              </a:spcBef>
              <a:buFont typeface="Arial"/>
            </a:pPr>
            <a:r>
              <a:rPr lang="en-US" dirty="0"/>
              <a:t>Enter Title Here</a:t>
            </a:r>
          </a:p>
        </p:txBody>
      </p:sp>
      <p:sp>
        <p:nvSpPr>
          <p:cNvPr id="69" name="Rectangle 68"/>
          <p:cNvSpPr/>
          <p:nvPr userDrawn="1"/>
        </p:nvSpPr>
        <p:spPr>
          <a:xfrm>
            <a:off x="464521" y="6552139"/>
            <a:ext cx="1802430" cy="215444"/>
          </a:xfrm>
          <a:prstGeom prst="rect">
            <a:avLst/>
          </a:prstGeom>
        </p:spPr>
        <p:txBody>
          <a:bodyPr wrap="square">
            <a:spAutoFit/>
          </a:bodyPr>
          <a:lstStyle/>
          <a:p>
            <a:pPr algn="l"/>
            <a:r>
              <a:rPr lang="en-IN" sz="800" dirty="0">
                <a:solidFill>
                  <a:schemeClr val="tx1">
                    <a:lumMod val="75000"/>
                  </a:schemeClr>
                </a:solidFill>
                <a:latin typeface="+mn-lt"/>
              </a:rPr>
              <a:t>© 2016 Incessant Technologies</a:t>
            </a:r>
          </a:p>
        </p:txBody>
      </p:sp>
      <p:sp>
        <p:nvSpPr>
          <p:cNvPr id="44" name="Text Placeholder 2"/>
          <p:cNvSpPr>
            <a:spLocks noGrp="1"/>
          </p:cNvSpPr>
          <p:nvPr>
            <p:ph type="body" idx="1"/>
          </p:nvPr>
        </p:nvSpPr>
        <p:spPr>
          <a:xfrm>
            <a:off x="1365736" y="1234653"/>
            <a:ext cx="9971267" cy="5146675"/>
          </a:xfrm>
          <a:prstGeom prst="rect">
            <a:avLst/>
          </a:prstGeom>
        </p:spPr>
        <p:txBody>
          <a:bodyPr vert="horz" lIns="91440" tIns="45720" rIns="91440" bIns="4572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Rectangle 12"/>
          <p:cNvSpPr>
            <a:spLocks noChangeArrowheads="1"/>
          </p:cNvSpPr>
          <p:nvPr userDrawn="1"/>
        </p:nvSpPr>
        <p:spPr bwMode="auto">
          <a:xfrm>
            <a:off x="11826716" y="6592525"/>
            <a:ext cx="238146" cy="164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fld id="{704BEB0C-9F9B-C848-816D-73082EC3925E}" type="slidenum">
              <a:rPr lang="en-US" sz="1066" smtClean="0">
                <a:solidFill>
                  <a:srgbClr val="243A71"/>
                </a:solidFill>
                <a:latin typeface="+mn-lt"/>
                <a:ea typeface="Tahoma" panose="020B0604030504040204" pitchFamily="34" charset="0"/>
                <a:cs typeface="Tahoma" panose="020B0604030504040204" pitchFamily="34" charset="0"/>
              </a:rPr>
              <a:pPr algn="ctr"/>
              <a:t>‹#›</a:t>
            </a:fld>
            <a:endParaRPr lang="en-US" sz="1066" dirty="0">
              <a:solidFill>
                <a:srgbClr val="243A71"/>
              </a:solidFill>
              <a:latin typeface="+mn-lt"/>
              <a:ea typeface="Tahoma" panose="020B0604030504040204" pitchFamily="34" charset="0"/>
              <a:cs typeface="Tahoma" panose="020B0604030504040204" pitchFamily="34" charset="0"/>
            </a:endParaRPr>
          </a:p>
        </p:txBody>
      </p:sp>
      <p:pic>
        <p:nvPicPr>
          <p:cNvPr id="3" name="Picture 2"/>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0558226" y="290532"/>
            <a:ext cx="1325737" cy="428650"/>
          </a:xfrm>
          <a:prstGeom prst="rect">
            <a:avLst/>
          </a:prstGeom>
        </p:spPr>
      </p:pic>
      <p:sp>
        <p:nvSpPr>
          <p:cNvPr id="16" name="Rectangle 15"/>
          <p:cNvSpPr/>
          <p:nvPr userDrawn="1"/>
        </p:nvSpPr>
        <p:spPr>
          <a:xfrm>
            <a:off x="9531350" y="6552139"/>
            <a:ext cx="2327116" cy="246221"/>
          </a:xfrm>
          <a:prstGeom prst="rect">
            <a:avLst/>
          </a:prstGeom>
        </p:spPr>
        <p:txBody>
          <a:bodyPr wrap="square">
            <a:spAutoFit/>
          </a:bodyPr>
          <a:lstStyle/>
          <a:p>
            <a:pPr algn="l"/>
            <a:r>
              <a:rPr lang="en-IN" sz="1000" dirty="0">
                <a:solidFill>
                  <a:srgbClr val="243A71"/>
                </a:solidFill>
                <a:latin typeface="+mn-lt"/>
              </a:rPr>
              <a:t>Orchestrating the </a:t>
            </a:r>
            <a:r>
              <a:rPr lang="en-IN" sz="1000" dirty="0">
                <a:solidFill>
                  <a:schemeClr val="accent1"/>
                </a:solidFill>
                <a:latin typeface="+mn-lt"/>
              </a:rPr>
              <a:t>Digital</a:t>
            </a:r>
            <a:r>
              <a:rPr lang="en-IN" sz="1000" dirty="0">
                <a:solidFill>
                  <a:srgbClr val="243A71"/>
                </a:solidFill>
                <a:latin typeface="+mn-lt"/>
              </a:rPr>
              <a:t> Enterprise</a:t>
            </a:r>
            <a:r>
              <a:rPr lang="en-IN" sz="1000" baseline="30000" dirty="0">
                <a:solidFill>
                  <a:srgbClr val="243A71"/>
                </a:solidFill>
                <a:latin typeface="+mn-lt"/>
              </a:rPr>
              <a:t>TM</a:t>
            </a:r>
          </a:p>
        </p:txBody>
      </p:sp>
      <p:cxnSp>
        <p:nvCxnSpPr>
          <p:cNvPr id="8" name="Straight Connector 7"/>
          <p:cNvCxnSpPr/>
          <p:nvPr userDrawn="1"/>
        </p:nvCxnSpPr>
        <p:spPr>
          <a:xfrm flipV="1">
            <a:off x="11826716" y="6574634"/>
            <a:ext cx="0" cy="208337"/>
          </a:xfrm>
          <a:prstGeom prst="line">
            <a:avLst/>
          </a:prstGeom>
          <a:ln w="12700">
            <a:solidFill>
              <a:srgbClr val="37C6CF"/>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464520" y="960438"/>
            <a:ext cx="969389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236199"/>
      </p:ext>
    </p:extLst>
  </p:cSld>
  <p:clrMap bg1="lt1" tx1="dk1" bg2="lt2" tx2="dk2" accent1="accent1" accent2="accent2" accent3="accent3" accent4="accent4" accent5="accent5" accent6="accent6" hlink="hlink" folHlink="folHlink"/>
  <p:sldLayoutIdLst>
    <p:sldLayoutId id="2147483649" r:id="rId1"/>
    <p:sldLayoutId id="2147483694" r:id="rId2"/>
    <p:sldLayoutId id="2147483652" r:id="rId3"/>
    <p:sldLayoutId id="2147483654" r:id="rId4"/>
    <p:sldLayoutId id="2147483697" r:id="rId5"/>
    <p:sldLayoutId id="2147483698" r:id="rId6"/>
    <p:sldLayoutId id="2147483668" r:id="rId7"/>
    <p:sldLayoutId id="2147483669" r:id="rId8"/>
    <p:sldLayoutId id="2147483672" r:id="rId9"/>
    <p:sldLayoutId id="2147483683" r:id="rId10"/>
    <p:sldLayoutId id="2147483685" r:id="rId11"/>
    <p:sldLayoutId id="2147483686" r:id="rId12"/>
    <p:sldLayoutId id="2147483688" r:id="rId13"/>
    <p:sldLayoutId id="2147483689" r:id="rId14"/>
    <p:sldLayoutId id="2147483690" r:id="rId15"/>
    <p:sldLayoutId id="2147483691" r:id="rId16"/>
    <p:sldLayoutId id="2147483692" r:id="rId17"/>
    <p:sldLayoutId id="2147483693" r:id="rId18"/>
    <p:sldLayoutId id="2147483695" r:id="rId19"/>
    <p:sldLayoutId id="2147483696" r:id="rId20"/>
    <p:sldLayoutId id="2147483671" r:id="rId21"/>
    <p:sldLayoutId id="2147483666" r:id="rId2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609448" rtl="0" eaLnBrk="1" latinLnBrk="0" hangingPunct="1">
        <a:spcBef>
          <a:spcPct val="0"/>
        </a:spcBef>
        <a:buNone/>
        <a:defRPr lang="en-US" sz="2800" b="0" kern="1200" baseline="0" dirty="0">
          <a:solidFill>
            <a:srgbClr val="243A71"/>
          </a:solidFill>
          <a:latin typeface="Arial" panose="020B0604020202020204" pitchFamily="34" charset="0"/>
          <a:ea typeface="Tahoma" panose="020B0604030504040204" pitchFamily="34" charset="0"/>
          <a:cs typeface="Arial" panose="020B0604020202020204" pitchFamily="34" charset="0"/>
        </a:defRPr>
      </a:lvl1pPr>
    </p:titleStyle>
    <p:bodyStyle>
      <a:lvl1pPr marL="457086" indent="-457086" algn="l" defTabSz="609448" rtl="0" eaLnBrk="1" latinLnBrk="0" hangingPunct="1">
        <a:spcBef>
          <a:spcPts val="1200"/>
        </a:spcBef>
        <a:spcAft>
          <a:spcPts val="600"/>
        </a:spcAft>
        <a:buFont typeface="Wingdings" panose="05000000000000000000" pitchFamily="2" charset="2"/>
        <a:buChar char="§"/>
        <a:defRPr sz="2000" kern="1200">
          <a:solidFill>
            <a:srgbClr val="4B4B4B"/>
          </a:solidFill>
          <a:latin typeface="+mn-lt"/>
          <a:ea typeface="+mn-ea"/>
          <a:cs typeface="+mn-cs"/>
        </a:defRPr>
      </a:lvl1pPr>
      <a:lvl2pPr marL="990352" indent="-380905" algn="l" defTabSz="609448" rtl="0" eaLnBrk="1" latinLnBrk="0" hangingPunct="1">
        <a:spcBef>
          <a:spcPts val="1200"/>
        </a:spcBef>
        <a:spcAft>
          <a:spcPts val="600"/>
        </a:spcAft>
        <a:buFont typeface="Wingdings" panose="05000000000000000000" pitchFamily="2" charset="2"/>
        <a:buChar char="§"/>
        <a:defRPr sz="1800" kern="1200">
          <a:solidFill>
            <a:srgbClr val="4B4B4B"/>
          </a:solidFill>
          <a:latin typeface="+mn-lt"/>
          <a:ea typeface="+mn-ea"/>
          <a:cs typeface="+mn-cs"/>
        </a:defRPr>
      </a:lvl2pPr>
      <a:lvl3pPr marL="1523619" indent="-304724" algn="l" defTabSz="609448" rtl="0" eaLnBrk="1" latinLnBrk="0" hangingPunct="1">
        <a:spcBef>
          <a:spcPts val="1200"/>
        </a:spcBef>
        <a:spcAft>
          <a:spcPts val="600"/>
        </a:spcAft>
        <a:buFont typeface="Wingdings" panose="05000000000000000000" pitchFamily="2" charset="2"/>
        <a:buChar char="§"/>
        <a:defRPr sz="1600" kern="1200">
          <a:solidFill>
            <a:srgbClr val="4B4B4B"/>
          </a:solidFill>
          <a:latin typeface="+mn-lt"/>
          <a:ea typeface="+mn-ea"/>
          <a:cs typeface="+mn-cs"/>
        </a:defRPr>
      </a:lvl3pPr>
      <a:lvl4pPr marL="2133067" indent="-304724" algn="l" defTabSz="609448" rtl="0" eaLnBrk="1" latinLnBrk="0" hangingPunct="1">
        <a:spcBef>
          <a:spcPts val="1200"/>
        </a:spcBef>
        <a:spcAft>
          <a:spcPts val="600"/>
        </a:spcAft>
        <a:buFont typeface="Wingdings" panose="05000000000000000000" pitchFamily="2" charset="2"/>
        <a:buChar char="§"/>
        <a:defRPr sz="1400" kern="1200">
          <a:solidFill>
            <a:srgbClr val="4B4B4B"/>
          </a:solidFill>
          <a:latin typeface="+mn-lt"/>
          <a:ea typeface="+mn-ea"/>
          <a:cs typeface="+mn-cs"/>
        </a:defRPr>
      </a:lvl4pPr>
      <a:lvl5pPr marL="2742514" indent="-304724" algn="l" defTabSz="609448" rtl="0" eaLnBrk="1" latinLnBrk="0" hangingPunct="1">
        <a:spcBef>
          <a:spcPts val="1200"/>
        </a:spcBef>
        <a:spcAft>
          <a:spcPts val="600"/>
        </a:spcAft>
        <a:buFont typeface="Wingdings" panose="05000000000000000000" pitchFamily="2" charset="2"/>
        <a:buChar char="§"/>
        <a:defRPr sz="1400" kern="1200">
          <a:solidFill>
            <a:srgbClr val="4B4B4B"/>
          </a:solidFill>
          <a:latin typeface="+mn-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387240" y="4832688"/>
            <a:ext cx="7053935" cy="339388"/>
          </a:xfrm>
        </p:spPr>
        <p:txBody>
          <a:bodyPr>
            <a:noAutofit/>
          </a:bodyPr>
          <a:lstStyle/>
          <a:p>
            <a:r>
              <a:rPr lang="en-US" sz="2000" b="1" dirty="0">
                <a:solidFill>
                  <a:schemeClr val="accent1"/>
                </a:solidFill>
              </a:rPr>
              <a:t>Robotic Automation Process Integration with Pega 7</a:t>
            </a:r>
          </a:p>
        </p:txBody>
      </p:sp>
      <p:sp>
        <p:nvSpPr>
          <p:cNvPr id="6" name="Text Placeholder 10"/>
          <p:cNvSpPr txBox="1">
            <a:spLocks/>
          </p:cNvSpPr>
          <p:nvPr/>
        </p:nvSpPr>
        <p:spPr>
          <a:xfrm>
            <a:off x="463442" y="3911601"/>
            <a:ext cx="7061308" cy="825836"/>
          </a:xfrm>
          <a:prstGeom prst="rect">
            <a:avLst/>
          </a:prstGeom>
        </p:spPr>
        <p:txBody>
          <a:bodyPr vert="horz" lIns="0" tIns="45720" rIns="91440" bIns="45720" rtlCol="0" anchor="ctr">
            <a:normAutofit/>
          </a:bodyPr>
          <a:lstStyle>
            <a:lvl1pPr marL="0" indent="0" algn="l" defTabSz="609448" rtl="0" eaLnBrk="1" latinLnBrk="0" hangingPunct="1">
              <a:spcBef>
                <a:spcPts val="1200"/>
              </a:spcBef>
              <a:spcAft>
                <a:spcPts val="600"/>
              </a:spcAft>
              <a:buFont typeface="Wingdings" panose="05000000000000000000" pitchFamily="2" charset="2"/>
              <a:buNone/>
              <a:defRPr sz="3000" b="1" kern="1200">
                <a:solidFill>
                  <a:schemeClr val="tx1"/>
                </a:solidFill>
                <a:latin typeface="+mj-lt"/>
                <a:ea typeface="Tahoma" panose="020B0604030504040204" pitchFamily="34" charset="0"/>
                <a:cs typeface="Tahoma" panose="020B0604030504040204" pitchFamily="34" charset="0"/>
              </a:defRPr>
            </a:lvl1pPr>
            <a:lvl2pPr marL="609448" indent="0" algn="l" defTabSz="609448" rtl="0" eaLnBrk="1" latinLnBrk="0" hangingPunct="1">
              <a:spcBef>
                <a:spcPts val="1200"/>
              </a:spcBef>
              <a:spcAft>
                <a:spcPts val="600"/>
              </a:spcAft>
              <a:buFont typeface="Wingdings" panose="05000000000000000000" pitchFamily="2" charset="2"/>
              <a:buNone/>
              <a:defRPr sz="2666" kern="12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895" indent="0" algn="l" defTabSz="609448" rtl="0" eaLnBrk="1" latinLnBrk="0" hangingPunct="1">
              <a:spcBef>
                <a:spcPts val="1200"/>
              </a:spcBef>
              <a:spcAft>
                <a:spcPts val="600"/>
              </a:spcAft>
              <a:buFont typeface="Wingdings" panose="05000000000000000000" pitchFamily="2" charset="2"/>
              <a:buNone/>
              <a:defRPr sz="2399" kern="12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343" indent="0" algn="l" defTabSz="609448" rtl="0" eaLnBrk="1" latinLnBrk="0" hangingPunct="1">
              <a:spcBef>
                <a:spcPts val="1200"/>
              </a:spcBef>
              <a:spcAft>
                <a:spcPts val="600"/>
              </a:spcAft>
              <a:buFont typeface="Wingdings" panose="05000000000000000000" pitchFamily="2" charset="2"/>
              <a:buNone/>
              <a:defRPr sz="2133" kern="1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790" indent="0" algn="l" defTabSz="609448" rtl="0" eaLnBrk="1" latinLnBrk="0" hangingPunct="1">
              <a:spcBef>
                <a:spcPts val="1200"/>
              </a:spcBef>
              <a:spcAft>
                <a:spcPts val="600"/>
              </a:spcAft>
              <a:buFont typeface="Wingdings" panose="05000000000000000000" pitchFamily="2" charset="2"/>
              <a:buNone/>
              <a:defRPr sz="2133" kern="1200">
                <a:solidFill>
                  <a:schemeClr val="bg1"/>
                </a:solidFill>
                <a:latin typeface="Tahoma" panose="020B0604030504040204" pitchFamily="34" charset="0"/>
                <a:ea typeface="Tahoma" panose="020B0604030504040204" pitchFamily="34" charset="0"/>
                <a:cs typeface="Tahoma" panose="020B060403050404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a:lstStyle>
          <a:p>
            <a:r>
              <a:rPr lang="en-US" dirty="0">
                <a:solidFill>
                  <a:srgbClr val="243A71"/>
                </a:solidFill>
              </a:rPr>
              <a:t>Incessant Technologies</a:t>
            </a:r>
          </a:p>
        </p:txBody>
      </p:sp>
    </p:spTree>
    <p:extLst>
      <p:ext uri="{BB962C8B-B14F-4D97-AF65-F5344CB8AC3E}">
        <p14:creationId xmlns:p14="http://schemas.microsoft.com/office/powerpoint/2010/main" val="30233881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IN" dirty="0"/>
              <a:t>Agenda</a:t>
            </a:r>
          </a:p>
        </p:txBody>
      </p:sp>
      <p:sp>
        <p:nvSpPr>
          <p:cNvPr id="3" name="Content Placeholder 2"/>
          <p:cNvSpPr>
            <a:spLocks noGrp="1"/>
          </p:cNvSpPr>
          <p:nvPr>
            <p:ph idx="1"/>
          </p:nvPr>
        </p:nvSpPr>
        <p:spPr/>
        <p:txBody>
          <a:bodyPr/>
          <a:lstStyle/>
          <a:p>
            <a:r>
              <a:rPr lang="en-IN" dirty="0"/>
              <a:t>What is RPA &amp; RDA</a:t>
            </a:r>
          </a:p>
          <a:p>
            <a:r>
              <a:rPr lang="en-IN" dirty="0"/>
              <a:t>RDA Integration with Pega 7</a:t>
            </a:r>
          </a:p>
          <a:p>
            <a:r>
              <a:rPr lang="en-IN" dirty="0"/>
              <a:t>Demo</a:t>
            </a:r>
          </a:p>
        </p:txBody>
      </p:sp>
    </p:spTree>
    <p:extLst>
      <p:ext uri="{BB962C8B-B14F-4D97-AF65-F5344CB8AC3E}">
        <p14:creationId xmlns:p14="http://schemas.microsoft.com/office/powerpoint/2010/main" val="23070055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IN" dirty="0"/>
              <a:t>What is RPA</a:t>
            </a:r>
          </a:p>
        </p:txBody>
      </p:sp>
      <p:sp>
        <p:nvSpPr>
          <p:cNvPr id="3" name="Content Placeholder 2"/>
          <p:cNvSpPr>
            <a:spLocks noGrp="1"/>
          </p:cNvSpPr>
          <p:nvPr>
            <p:ph idx="1"/>
          </p:nvPr>
        </p:nvSpPr>
        <p:spPr/>
        <p:txBody>
          <a:bodyPr>
            <a:normAutofit/>
          </a:bodyPr>
          <a:lstStyle/>
          <a:p>
            <a:r>
              <a:rPr lang="en-IN" sz="1800" dirty="0"/>
              <a:t>Robotic Process Automation or RPA in simple words means:</a:t>
            </a:r>
          </a:p>
          <a:p>
            <a:pPr marL="0" indent="0">
              <a:buNone/>
            </a:pPr>
            <a:r>
              <a:rPr lang="en-IN" sz="1800" dirty="0"/>
              <a:t> 	</a:t>
            </a:r>
            <a:r>
              <a:rPr lang="en-IN" sz="1800" b="1" i="1" dirty="0"/>
              <a:t>“robots are going to do the tasks which are now performed by humans”.</a:t>
            </a:r>
          </a:p>
          <a:p>
            <a:r>
              <a:rPr lang="en-IN" sz="1800" dirty="0"/>
              <a:t>Pega Robotic Process Automation (RPA) is a solution in which a ‘robot’ can take over standard and repetitive activities that are currently carried out by humans. RPA is not a physical machine. It is software which acts as a virtual (co-) worker in the support of processes. The robot software assists with basic tasks and as such reduces the time and cost spent on processes</a:t>
            </a:r>
          </a:p>
        </p:txBody>
      </p:sp>
    </p:spTree>
    <p:extLst>
      <p:ext uri="{BB962C8B-B14F-4D97-AF65-F5344CB8AC3E}">
        <p14:creationId xmlns:p14="http://schemas.microsoft.com/office/powerpoint/2010/main" val="1424557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521" y="1060174"/>
            <a:ext cx="9779410" cy="5280299"/>
          </a:xfrm>
        </p:spPr>
        <p:txBody>
          <a:bodyPr>
            <a:normAutofit fontScale="25000" lnSpcReduction="20000"/>
          </a:bodyPr>
          <a:lstStyle/>
          <a:p>
            <a:r>
              <a:rPr lang="en-IN" sz="7200" b="1" dirty="0"/>
              <a:t>Optimize Resources </a:t>
            </a:r>
          </a:p>
          <a:p>
            <a:pPr marL="533266" lvl="1" indent="0">
              <a:buNone/>
            </a:pPr>
            <a:r>
              <a:rPr lang="en-IN" sz="7200" dirty="0"/>
              <a:t>By automating routine tasks, your employees are free to perform more high-value work. By focusing on decision-making and customer service that need human decisions, people are more efficient and engaged. </a:t>
            </a:r>
          </a:p>
          <a:p>
            <a:r>
              <a:rPr lang="en-IN" sz="7200" b="1" dirty="0"/>
              <a:t>Increase Productivity </a:t>
            </a:r>
          </a:p>
          <a:p>
            <a:pPr marL="533266" lvl="1" indent="0">
              <a:buNone/>
            </a:pPr>
            <a:r>
              <a:rPr lang="en-IN" sz="7200" dirty="0"/>
              <a:t>Gaining efficiencies though 24/7 productivity is a reality with RPA. Pega software robots can work on-demand or around the clock. This allows for faster turn-around on work requests and significantly improves SLAs.</a:t>
            </a:r>
          </a:p>
          <a:p>
            <a:r>
              <a:rPr lang="en-IN" sz="7200" b="1" dirty="0"/>
              <a:t>Reduce Costs </a:t>
            </a:r>
          </a:p>
          <a:p>
            <a:pPr marL="533266" lvl="1" indent="0">
              <a:buNone/>
            </a:pPr>
            <a:r>
              <a:rPr lang="en-IN" sz="7200" dirty="0"/>
              <a:t>RPA creates an intelligent software-based workforce that lowers the cost associated with high volume, repetitive tasks that don’t require human intervention.</a:t>
            </a:r>
          </a:p>
          <a:p>
            <a:r>
              <a:rPr lang="en-IN" sz="7200" b="1" dirty="0"/>
              <a:t>Reduce Risk </a:t>
            </a:r>
          </a:p>
          <a:p>
            <a:pPr marL="533266" lvl="1" indent="0">
              <a:buNone/>
            </a:pPr>
            <a:r>
              <a:rPr lang="en-IN" sz="7200" dirty="0"/>
              <a:t>When processes complete flawlessly every time, you don’t need to allocate additional time or resources to rework. Pega robots don’t make mistakes or judgment calls, and they never get tired</a:t>
            </a:r>
          </a:p>
          <a:p>
            <a:pPr marL="0" indent="0">
              <a:buNone/>
            </a:pPr>
            <a:endParaRPr lang="en-IN" dirty="0"/>
          </a:p>
        </p:txBody>
      </p:sp>
    </p:spTree>
    <p:extLst>
      <p:ext uri="{BB962C8B-B14F-4D97-AF65-F5344CB8AC3E}">
        <p14:creationId xmlns:p14="http://schemas.microsoft.com/office/powerpoint/2010/main" val="1809753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B80657-EE5D-4E5C-B1EE-557785109830}"/>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0FCBAD37-CAED-43AF-B5C9-7424535750E9}"/>
              </a:ext>
            </a:extLst>
          </p:cNvPr>
          <p:cNvPicPr>
            <a:picLocks noChangeAspect="1"/>
          </p:cNvPicPr>
          <p:nvPr/>
        </p:nvPicPr>
        <p:blipFill>
          <a:blip r:embed="rId2"/>
          <a:stretch>
            <a:fillRect/>
          </a:stretch>
        </p:blipFill>
        <p:spPr>
          <a:xfrm>
            <a:off x="464520" y="1206499"/>
            <a:ext cx="9971267" cy="5146675"/>
          </a:xfrm>
          <a:prstGeom prst="rect">
            <a:avLst/>
          </a:prstGeom>
        </p:spPr>
      </p:pic>
    </p:spTree>
    <p:extLst>
      <p:ext uri="{BB962C8B-B14F-4D97-AF65-F5344CB8AC3E}">
        <p14:creationId xmlns:p14="http://schemas.microsoft.com/office/powerpoint/2010/main" val="102601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B80657-EE5D-4E5C-B1EE-557785109830}"/>
              </a:ext>
            </a:extLst>
          </p:cNvPr>
          <p:cNvSpPr>
            <a:spLocks noGrp="1"/>
          </p:cNvSpPr>
          <p:nvPr>
            <p:ph idx="1"/>
          </p:nvPr>
        </p:nvSpPr>
        <p:spPr/>
        <p:txBody>
          <a:bodyPr/>
          <a:lstStyle/>
          <a:p>
            <a:endParaRPr lang="en-IN"/>
          </a:p>
        </p:txBody>
      </p:sp>
      <p:pic>
        <p:nvPicPr>
          <p:cNvPr id="5" name="Content Placeholder 8">
            <a:extLst>
              <a:ext uri="{FF2B5EF4-FFF2-40B4-BE49-F238E27FC236}">
                <a16:creationId xmlns:a16="http://schemas.microsoft.com/office/drawing/2014/main" id="{77035390-DAA8-4FFC-8655-7514EF920550}"/>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464519" y="1189933"/>
            <a:ext cx="9971267" cy="5163241"/>
          </a:xfrm>
          <a:prstGeom prst="rect">
            <a:avLst/>
          </a:prstGeom>
        </p:spPr>
      </p:pic>
    </p:spTree>
    <p:extLst>
      <p:ext uri="{BB962C8B-B14F-4D97-AF65-F5344CB8AC3E}">
        <p14:creationId xmlns:p14="http://schemas.microsoft.com/office/powerpoint/2010/main" val="1531638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5FD22-59E3-41EC-85F7-84F7FD934E31}"/>
              </a:ext>
            </a:extLst>
          </p:cNvPr>
          <p:cNvSpPr>
            <a:spLocks noGrp="1"/>
          </p:cNvSpPr>
          <p:nvPr>
            <p:ph idx="1"/>
          </p:nvPr>
        </p:nvSpPr>
        <p:spPr/>
        <p:txBody>
          <a:bodyPr>
            <a:normAutofit/>
          </a:bodyPr>
          <a:lstStyle/>
          <a:p>
            <a:r>
              <a:rPr lang="en-IN" sz="1800" dirty="0"/>
              <a:t>Pega Robotics provides two methodologies — </a:t>
            </a:r>
            <a:r>
              <a:rPr lang="en-IN" sz="1800" b="1" dirty="0"/>
              <a:t>Robotic Desktop Automation (RDA) </a:t>
            </a:r>
            <a:r>
              <a:rPr lang="en-IN" sz="1800" dirty="0"/>
              <a:t>and </a:t>
            </a:r>
            <a:r>
              <a:rPr lang="en-IN" sz="1800" b="1" dirty="0"/>
              <a:t>Robotic Process Automation (RPA) </a:t>
            </a:r>
            <a:r>
              <a:rPr lang="en-IN" sz="1800" dirty="0"/>
              <a:t>— using Microsoft Visual Studio as its development platform.</a:t>
            </a:r>
          </a:p>
          <a:p>
            <a:r>
              <a:rPr lang="en-IN" sz="1800" dirty="0"/>
              <a:t>RDA deploys productivity robots to a user’s desktop, providing a unified desktop experience by increasing productivity through task automations. RDA is typically deployed for front office and back office areas in call centers, retail, and branches</a:t>
            </a:r>
          </a:p>
          <a:p>
            <a:r>
              <a:rPr lang="en-IN" sz="1800" dirty="0"/>
              <a:t>RPA uses unattended robots replicating 100 percent of algorithmic work for back office, operations, and repetitive offload front office work. RPA services legacy applications and Pega workflows, and is typically deployed from a virtual server farm.</a:t>
            </a:r>
          </a:p>
          <a:p>
            <a:pPr marL="0" indent="0">
              <a:buNone/>
            </a:pPr>
            <a:endParaRPr lang="en-IN" sz="1800" dirty="0"/>
          </a:p>
        </p:txBody>
      </p:sp>
    </p:spTree>
    <p:extLst>
      <p:ext uri="{BB962C8B-B14F-4D97-AF65-F5344CB8AC3E}">
        <p14:creationId xmlns:p14="http://schemas.microsoft.com/office/powerpoint/2010/main" val="7958737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194FD74-7CFC-4BE3-98F5-DA4251CF545E}"/>
              </a:ext>
            </a:extLst>
          </p:cNvPr>
          <p:cNvPicPr>
            <a:picLocks noGrp="1" noChangeAspect="1"/>
          </p:cNvPicPr>
          <p:nvPr>
            <p:ph idx="1"/>
          </p:nvPr>
        </p:nvPicPr>
        <p:blipFill>
          <a:blip r:embed="rId2"/>
          <a:stretch>
            <a:fillRect/>
          </a:stretch>
        </p:blipFill>
        <p:spPr>
          <a:xfrm>
            <a:off x="569844" y="1043859"/>
            <a:ext cx="10217840" cy="5504265"/>
          </a:xfrm>
          <a:prstGeom prst="rect">
            <a:avLst/>
          </a:prstGeom>
        </p:spPr>
      </p:pic>
    </p:spTree>
    <p:extLst>
      <p:ext uri="{BB962C8B-B14F-4D97-AF65-F5344CB8AC3E}">
        <p14:creationId xmlns:p14="http://schemas.microsoft.com/office/powerpoint/2010/main" val="3931732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32C4E3-7E40-4256-BEE8-9FE66294501F}"/>
              </a:ext>
            </a:extLst>
          </p:cNvPr>
          <p:cNvSpPr>
            <a:spLocks noGrp="1"/>
          </p:cNvSpPr>
          <p:nvPr>
            <p:ph idx="1"/>
          </p:nvPr>
        </p:nvSpPr>
        <p:spPr/>
        <p:txBody>
          <a:bodyPr>
            <a:normAutofit/>
          </a:bodyPr>
          <a:lstStyle/>
          <a:p>
            <a:r>
              <a:rPr lang="en-IN" sz="1800" dirty="0"/>
              <a:t>The Pega client invokes the automations directly through REST service running in Pega Robotic Runtime. After receiving a request, Pega Robotic Runtime starts the automation, perform the automation logic and returns an appropriate response to your pega7 application.</a:t>
            </a:r>
          </a:p>
          <a:p>
            <a:r>
              <a:rPr lang="en-IN" sz="1800" dirty="0"/>
              <a:t>The Automations, with the use of Robot Activity component can invoke from any flow action that runs as part of the standard flow, modal dialog</a:t>
            </a:r>
          </a:p>
          <a:p>
            <a:r>
              <a:rPr lang="en-IN" sz="1800" dirty="0"/>
              <a:t>You can invoke an automation as a pre-action or post-action, depending on the business requirement.</a:t>
            </a:r>
          </a:p>
          <a:p>
            <a:r>
              <a:rPr lang="en-IN" sz="1800" dirty="0"/>
              <a:t>The Flow action must reference the automation identifier assigned to the automation within the Robot Activity</a:t>
            </a:r>
          </a:p>
        </p:txBody>
      </p:sp>
    </p:spTree>
    <p:extLst>
      <p:ext uri="{BB962C8B-B14F-4D97-AF65-F5344CB8AC3E}">
        <p14:creationId xmlns:p14="http://schemas.microsoft.com/office/powerpoint/2010/main" val="1152957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2575A-8CC9-4845-A4DB-71221547F65F}"/>
              </a:ext>
            </a:extLst>
          </p:cNvPr>
          <p:cNvSpPr>
            <a:spLocks noGrp="1"/>
          </p:cNvSpPr>
          <p:nvPr>
            <p:ph type="body" sz="quarter" idx="10"/>
          </p:nvPr>
        </p:nvSpPr>
        <p:spPr/>
        <p:txBody>
          <a:bodyPr/>
          <a:lstStyle/>
          <a:p>
            <a:r>
              <a:rPr lang="en-IN" dirty="0"/>
              <a:t>Integration with </a:t>
            </a:r>
            <a:r>
              <a:rPr lang="en-IN" dirty="0" err="1"/>
              <a:t>Pega</a:t>
            </a:r>
            <a:r>
              <a:rPr lang="en-IN" dirty="0"/>
              <a:t> 7(Service Package Settings)</a:t>
            </a:r>
          </a:p>
        </p:txBody>
      </p:sp>
      <p:pic>
        <p:nvPicPr>
          <p:cNvPr id="4" name="Content Placeholder 3">
            <a:extLst>
              <a:ext uri="{FF2B5EF4-FFF2-40B4-BE49-F238E27FC236}">
                <a16:creationId xmlns:a16="http://schemas.microsoft.com/office/drawing/2014/main" id="{17E04BBC-1685-4D40-9DD2-D8CD300FA46F}"/>
              </a:ext>
            </a:extLst>
          </p:cNvPr>
          <p:cNvPicPr>
            <a:picLocks noGrp="1" noChangeAspect="1"/>
          </p:cNvPicPr>
          <p:nvPr>
            <p:ph idx="1"/>
          </p:nvPr>
        </p:nvPicPr>
        <p:blipFill>
          <a:blip r:embed="rId2"/>
          <a:stretch>
            <a:fillRect/>
          </a:stretch>
        </p:blipFill>
        <p:spPr>
          <a:xfrm>
            <a:off x="1020938" y="1269649"/>
            <a:ext cx="8859486" cy="5020376"/>
          </a:xfrm>
          <a:prstGeom prst="rect">
            <a:avLst/>
          </a:prstGeom>
        </p:spPr>
      </p:pic>
    </p:spTree>
    <p:extLst>
      <p:ext uri="{BB962C8B-B14F-4D97-AF65-F5344CB8AC3E}">
        <p14:creationId xmlns:p14="http://schemas.microsoft.com/office/powerpoint/2010/main" val="3123571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2396F2-D83D-4053-A9F8-2737835A52A8}"/>
              </a:ext>
            </a:extLst>
          </p:cNvPr>
          <p:cNvSpPr>
            <a:spLocks noGrp="1"/>
          </p:cNvSpPr>
          <p:nvPr>
            <p:ph type="body" sz="quarter" idx="10"/>
          </p:nvPr>
        </p:nvSpPr>
        <p:spPr/>
        <p:txBody>
          <a:bodyPr/>
          <a:lstStyle/>
          <a:p>
            <a:r>
              <a:rPr lang="en-IN" dirty="0"/>
              <a:t>DSS for </a:t>
            </a:r>
            <a:r>
              <a:rPr lang="en-IN" dirty="0" err="1"/>
              <a:t>DesktopRoboticsURL</a:t>
            </a:r>
            <a:endParaRPr lang="en-IN" dirty="0"/>
          </a:p>
        </p:txBody>
      </p:sp>
      <p:pic>
        <p:nvPicPr>
          <p:cNvPr id="4" name="Content Placeholder 3">
            <a:extLst>
              <a:ext uri="{FF2B5EF4-FFF2-40B4-BE49-F238E27FC236}">
                <a16:creationId xmlns:a16="http://schemas.microsoft.com/office/drawing/2014/main" id="{880B6265-8922-42D7-B158-BB7D416DC6C0}"/>
              </a:ext>
            </a:extLst>
          </p:cNvPr>
          <p:cNvPicPr>
            <a:picLocks noGrp="1" noChangeAspect="1"/>
          </p:cNvPicPr>
          <p:nvPr>
            <p:ph idx="1"/>
          </p:nvPr>
        </p:nvPicPr>
        <p:blipFill>
          <a:blip r:embed="rId2"/>
          <a:stretch>
            <a:fillRect/>
          </a:stretch>
        </p:blipFill>
        <p:spPr>
          <a:xfrm>
            <a:off x="473174" y="2598572"/>
            <a:ext cx="9955014" cy="2362530"/>
          </a:xfrm>
          <a:prstGeom prst="rect">
            <a:avLst/>
          </a:prstGeom>
        </p:spPr>
      </p:pic>
    </p:spTree>
    <p:extLst>
      <p:ext uri="{BB962C8B-B14F-4D97-AF65-F5344CB8AC3E}">
        <p14:creationId xmlns:p14="http://schemas.microsoft.com/office/powerpoint/2010/main" val="3799858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02F3AB-3B79-4729-8FB8-476BA9BC74FB}"/>
              </a:ext>
            </a:extLst>
          </p:cNvPr>
          <p:cNvSpPr>
            <a:spLocks noGrp="1"/>
          </p:cNvSpPr>
          <p:nvPr>
            <p:ph type="body" sz="quarter" idx="10"/>
          </p:nvPr>
        </p:nvSpPr>
        <p:spPr/>
        <p:txBody>
          <a:bodyPr/>
          <a:lstStyle/>
          <a:p>
            <a:r>
              <a:rPr lang="en-IN" dirty="0"/>
              <a:t>Adding the </a:t>
            </a:r>
            <a:r>
              <a:rPr lang="en-IN" dirty="0" err="1"/>
              <a:t>PegaAPI</a:t>
            </a:r>
            <a:r>
              <a:rPr lang="en-IN" dirty="0"/>
              <a:t> to Access Group </a:t>
            </a:r>
          </a:p>
        </p:txBody>
      </p:sp>
      <p:pic>
        <p:nvPicPr>
          <p:cNvPr id="4" name="Content Placeholder 3">
            <a:extLst>
              <a:ext uri="{FF2B5EF4-FFF2-40B4-BE49-F238E27FC236}">
                <a16:creationId xmlns:a16="http://schemas.microsoft.com/office/drawing/2014/main" id="{0E07B37C-2BA4-4405-A4A2-20632C1E0FE8}"/>
              </a:ext>
            </a:extLst>
          </p:cNvPr>
          <p:cNvPicPr>
            <a:picLocks noGrp="1" noChangeAspect="1"/>
          </p:cNvPicPr>
          <p:nvPr>
            <p:ph idx="1"/>
          </p:nvPr>
        </p:nvPicPr>
        <p:blipFill>
          <a:blip r:embed="rId2"/>
          <a:stretch>
            <a:fillRect/>
          </a:stretch>
        </p:blipFill>
        <p:spPr>
          <a:xfrm>
            <a:off x="987596" y="1369676"/>
            <a:ext cx="8926171" cy="4820323"/>
          </a:xfrm>
          <a:prstGeom prst="rect">
            <a:avLst/>
          </a:prstGeom>
        </p:spPr>
      </p:pic>
    </p:spTree>
    <p:extLst>
      <p:ext uri="{BB962C8B-B14F-4D97-AF65-F5344CB8AC3E}">
        <p14:creationId xmlns:p14="http://schemas.microsoft.com/office/powerpoint/2010/main" val="1295615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B6081-9C59-42F3-AC20-C165C44B33D6}"/>
              </a:ext>
            </a:extLst>
          </p:cNvPr>
          <p:cNvSpPr>
            <a:spLocks noGrp="1"/>
          </p:cNvSpPr>
          <p:nvPr>
            <p:ph type="body" sz="quarter" idx="10"/>
          </p:nvPr>
        </p:nvSpPr>
        <p:spPr/>
        <p:txBody>
          <a:bodyPr/>
          <a:lstStyle/>
          <a:p>
            <a:r>
              <a:rPr lang="en-IN" dirty="0"/>
              <a:t>Adding the Relevant Records</a:t>
            </a:r>
          </a:p>
        </p:txBody>
      </p:sp>
      <p:pic>
        <p:nvPicPr>
          <p:cNvPr id="4" name="Content Placeholder 3">
            <a:extLst>
              <a:ext uri="{FF2B5EF4-FFF2-40B4-BE49-F238E27FC236}">
                <a16:creationId xmlns:a16="http://schemas.microsoft.com/office/drawing/2014/main" id="{4B9EE206-AEB1-4EEF-B36B-D9823F64D4F5}"/>
              </a:ext>
            </a:extLst>
          </p:cNvPr>
          <p:cNvPicPr>
            <a:picLocks noGrp="1" noChangeAspect="1"/>
          </p:cNvPicPr>
          <p:nvPr>
            <p:ph idx="1"/>
          </p:nvPr>
        </p:nvPicPr>
        <p:blipFill>
          <a:blip r:embed="rId2"/>
          <a:stretch>
            <a:fillRect/>
          </a:stretch>
        </p:blipFill>
        <p:spPr>
          <a:xfrm>
            <a:off x="465138" y="1531855"/>
            <a:ext cx="9971087" cy="4495965"/>
          </a:xfrm>
          <a:prstGeom prst="rect">
            <a:avLst/>
          </a:prstGeom>
        </p:spPr>
      </p:pic>
    </p:spTree>
    <p:extLst>
      <p:ext uri="{BB962C8B-B14F-4D97-AF65-F5344CB8AC3E}">
        <p14:creationId xmlns:p14="http://schemas.microsoft.com/office/powerpoint/2010/main" val="8210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5492CB-BA34-4610-8A4C-B23EEE23D408}"/>
              </a:ext>
            </a:extLst>
          </p:cNvPr>
          <p:cNvSpPr>
            <a:spLocks noGrp="1"/>
          </p:cNvSpPr>
          <p:nvPr>
            <p:ph type="body" sz="quarter" idx="10"/>
          </p:nvPr>
        </p:nvSpPr>
        <p:spPr/>
        <p:txBody>
          <a:bodyPr/>
          <a:lstStyle/>
          <a:p>
            <a:r>
              <a:rPr lang="en-IN" dirty="0"/>
              <a:t>Run Robotic Automation in the flow action</a:t>
            </a:r>
          </a:p>
        </p:txBody>
      </p:sp>
      <p:pic>
        <p:nvPicPr>
          <p:cNvPr id="4" name="Content Placeholder 3">
            <a:extLst>
              <a:ext uri="{FF2B5EF4-FFF2-40B4-BE49-F238E27FC236}">
                <a16:creationId xmlns:a16="http://schemas.microsoft.com/office/drawing/2014/main" id="{C9E6FCCA-97BA-44D6-8EED-809F899EAA59}"/>
              </a:ext>
            </a:extLst>
          </p:cNvPr>
          <p:cNvPicPr>
            <a:picLocks noGrp="1" noChangeAspect="1"/>
          </p:cNvPicPr>
          <p:nvPr>
            <p:ph idx="1"/>
          </p:nvPr>
        </p:nvPicPr>
        <p:blipFill>
          <a:blip r:embed="rId2"/>
          <a:stretch>
            <a:fillRect/>
          </a:stretch>
        </p:blipFill>
        <p:spPr>
          <a:xfrm>
            <a:off x="465138" y="2122998"/>
            <a:ext cx="9971087" cy="3641697"/>
          </a:xfrm>
          <a:prstGeom prst="rect">
            <a:avLst/>
          </a:prstGeom>
        </p:spPr>
      </p:pic>
    </p:spTree>
    <p:extLst>
      <p:ext uri="{BB962C8B-B14F-4D97-AF65-F5344CB8AC3E}">
        <p14:creationId xmlns:p14="http://schemas.microsoft.com/office/powerpoint/2010/main" val="3962506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E9AF3C-A767-441B-9816-F52352EE5097}"/>
              </a:ext>
            </a:extLst>
          </p:cNvPr>
          <p:cNvSpPr>
            <a:spLocks noGrp="1"/>
          </p:cNvSpPr>
          <p:nvPr>
            <p:ph type="body" sz="quarter" idx="10"/>
          </p:nvPr>
        </p:nvSpPr>
        <p:spPr/>
        <p:txBody>
          <a:bodyPr/>
          <a:lstStyle/>
          <a:p>
            <a:r>
              <a:rPr lang="en-IN" dirty="0"/>
              <a:t>StudioConfig.xml</a:t>
            </a:r>
          </a:p>
        </p:txBody>
      </p:sp>
      <p:sp>
        <p:nvSpPr>
          <p:cNvPr id="3" name="Content Placeholder 2">
            <a:extLst>
              <a:ext uri="{FF2B5EF4-FFF2-40B4-BE49-F238E27FC236}">
                <a16:creationId xmlns:a16="http://schemas.microsoft.com/office/drawing/2014/main" id="{AC88E803-EBC3-4F19-BE49-9859F2156B0F}"/>
              </a:ext>
            </a:extLst>
          </p:cNvPr>
          <p:cNvSpPr>
            <a:spLocks noGrp="1"/>
          </p:cNvSpPr>
          <p:nvPr>
            <p:ph idx="1"/>
          </p:nvPr>
        </p:nvSpPr>
        <p:spPr/>
        <p:txBody>
          <a:bodyPr>
            <a:normAutofit/>
          </a:bodyPr>
          <a:lstStyle/>
          <a:p>
            <a:r>
              <a:rPr lang="en-IN" dirty="0"/>
              <a:t>&lt;Robotics&gt;</a:t>
            </a:r>
          </a:p>
          <a:p>
            <a:r>
              <a:rPr lang="da-DK" dirty="0"/>
              <a:t>&lt;PegaServer baseUrl="https://localhost:8080/prweb/api/v1/"/&gt;</a:t>
            </a:r>
            <a:endParaRPr lang="en-IN" dirty="0"/>
          </a:p>
          <a:p>
            <a:r>
              <a:rPr lang="en-IN" dirty="0"/>
              <a:t>	&lt;</a:t>
            </a:r>
            <a:r>
              <a:rPr lang="en-IN" dirty="0" err="1"/>
              <a:t>RDA_Credentials</a:t>
            </a:r>
            <a:r>
              <a:rPr lang="en-IN" dirty="0"/>
              <a:t> </a:t>
            </a:r>
            <a:r>
              <a:rPr lang="en-IN" dirty="0" err="1"/>
              <a:t>userName</a:t>
            </a:r>
            <a:r>
              <a:rPr lang="en-IN" dirty="0"/>
              <a:t>="user" password="password"/&gt;</a:t>
            </a:r>
          </a:p>
          <a:p>
            <a:r>
              <a:rPr lang="en-IN" dirty="0"/>
              <a:t>	&lt;/Robotics&gt;</a:t>
            </a:r>
          </a:p>
        </p:txBody>
      </p:sp>
    </p:spTree>
    <p:extLst>
      <p:ext uri="{BB962C8B-B14F-4D97-AF65-F5344CB8AC3E}">
        <p14:creationId xmlns:p14="http://schemas.microsoft.com/office/powerpoint/2010/main" val="440597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657A3A-A874-47CB-BDCB-41A63FD00F51}"/>
              </a:ext>
            </a:extLst>
          </p:cNvPr>
          <p:cNvSpPr>
            <a:spLocks noGrp="1"/>
          </p:cNvSpPr>
          <p:nvPr>
            <p:ph type="body" sz="quarter" idx="10"/>
          </p:nvPr>
        </p:nvSpPr>
        <p:spPr/>
        <p:txBody>
          <a:bodyPr/>
          <a:lstStyle/>
          <a:p>
            <a:r>
              <a:rPr lang="en-IN" dirty="0"/>
              <a:t>RuntimeConfig.xml</a:t>
            </a:r>
          </a:p>
        </p:txBody>
      </p:sp>
      <p:sp>
        <p:nvSpPr>
          <p:cNvPr id="3" name="Content Placeholder 2">
            <a:extLst>
              <a:ext uri="{FF2B5EF4-FFF2-40B4-BE49-F238E27FC236}">
                <a16:creationId xmlns:a16="http://schemas.microsoft.com/office/drawing/2014/main" id="{BD30DB38-D936-4F46-B48E-7096724C3FAC}"/>
              </a:ext>
            </a:extLst>
          </p:cNvPr>
          <p:cNvSpPr>
            <a:spLocks noGrp="1"/>
          </p:cNvSpPr>
          <p:nvPr>
            <p:ph idx="1"/>
          </p:nvPr>
        </p:nvSpPr>
        <p:spPr/>
        <p:txBody>
          <a:bodyPr>
            <a:normAutofit/>
          </a:bodyPr>
          <a:lstStyle/>
          <a:p>
            <a:r>
              <a:rPr lang="en-IN" dirty="0"/>
              <a:t>&lt;Robotics&gt;</a:t>
            </a:r>
          </a:p>
          <a:p>
            <a:r>
              <a:rPr lang="en-IN" dirty="0"/>
              <a:t>	&lt;</a:t>
            </a:r>
            <a:r>
              <a:rPr lang="en-IN" dirty="0" err="1"/>
              <a:t>PegaServer</a:t>
            </a:r>
            <a:r>
              <a:rPr lang="en-IN" dirty="0"/>
              <a:t>  </a:t>
            </a:r>
            <a:r>
              <a:rPr lang="en-IN" dirty="0" err="1"/>
              <a:t>baseUrl</a:t>
            </a:r>
            <a:r>
              <a:rPr lang="en-IN" dirty="0"/>
              <a:t>=“http://localhost:8080/</a:t>
            </a:r>
            <a:r>
              <a:rPr lang="en-IN" dirty="0" err="1"/>
              <a:t>prweb</a:t>
            </a:r>
            <a:r>
              <a:rPr lang="en-IN" dirty="0"/>
              <a:t>/</a:t>
            </a:r>
            <a:r>
              <a:rPr lang="en-IN" dirty="0" err="1"/>
              <a:t>PRServlet</a:t>
            </a:r>
            <a:r>
              <a:rPr lang="en-IN" dirty="0"/>
              <a:t>"  /&gt;</a:t>
            </a:r>
          </a:p>
          <a:p>
            <a:r>
              <a:rPr lang="en-IN" dirty="0"/>
              <a:t>&lt;</a:t>
            </a:r>
            <a:r>
              <a:rPr lang="en-IN" dirty="0" err="1"/>
              <a:t>LocalApiService</a:t>
            </a:r>
            <a:r>
              <a:rPr lang="en-IN" dirty="0"/>
              <a:t> enabled="true" SSL="true" port="9443" </a:t>
            </a:r>
            <a:r>
              <a:rPr lang="en-IN" dirty="0" err="1"/>
              <a:t>allowedOrigins</a:t>
            </a:r>
            <a:r>
              <a:rPr lang="en-IN" dirty="0"/>
              <a:t>="*.pega.com" </a:t>
            </a:r>
            <a:r>
              <a:rPr lang="en-IN" dirty="0" err="1"/>
              <a:t>JWTSecurity</a:t>
            </a:r>
            <a:r>
              <a:rPr lang="en-IN" dirty="0"/>
              <a:t>="false" </a:t>
            </a:r>
            <a:r>
              <a:rPr lang="en-IN" dirty="0" err="1"/>
              <a:t>PegaServerURL</a:t>
            </a:r>
            <a:r>
              <a:rPr lang="en-IN" dirty="0"/>
              <a:t>=""/&gt;</a:t>
            </a:r>
          </a:p>
          <a:p>
            <a:r>
              <a:rPr lang="en-IN" dirty="0"/>
              <a:t>	&lt;/Robotics&gt;</a:t>
            </a:r>
          </a:p>
        </p:txBody>
      </p:sp>
    </p:spTree>
    <p:extLst>
      <p:ext uri="{BB962C8B-B14F-4D97-AF65-F5344CB8AC3E}">
        <p14:creationId xmlns:p14="http://schemas.microsoft.com/office/powerpoint/2010/main" val="806317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Tree>
    <p:extLst>
      <p:ext uri="{BB962C8B-B14F-4D97-AF65-F5344CB8AC3E}">
        <p14:creationId xmlns:p14="http://schemas.microsoft.com/office/powerpoint/2010/main" val="38219318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NIIT Office Theme">
  <a:themeElements>
    <a:clrScheme name="Custom 14">
      <a:dk1>
        <a:srgbClr val="4F4F4F"/>
      </a:dk1>
      <a:lt1>
        <a:sysClr val="window" lastClr="FFFFFF"/>
      </a:lt1>
      <a:dk2>
        <a:srgbClr val="7F7F7F"/>
      </a:dk2>
      <a:lt2>
        <a:srgbClr val="FFFFFF"/>
      </a:lt2>
      <a:accent1>
        <a:srgbClr val="00B0EB"/>
      </a:accent1>
      <a:accent2>
        <a:srgbClr val="69D8FF"/>
      </a:accent2>
      <a:accent3>
        <a:srgbClr val="243A71"/>
      </a:accent3>
      <a:accent4>
        <a:srgbClr val="8AA1DA"/>
      </a:accent4>
      <a:accent5>
        <a:srgbClr val="828282"/>
      </a:accent5>
      <a:accent6>
        <a:srgbClr val="BEBEBE"/>
      </a:accent6>
      <a:hlink>
        <a:srgbClr val="00A0E3"/>
      </a:hlink>
      <a:folHlink>
        <a:srgbClr val="243A71"/>
      </a:folHlink>
    </a:clrScheme>
    <a:fontScheme name="NIIT COLORS 2016">
      <a:majorFont>
        <a:latin typeface="Arial 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NIIT PPT Theme</Template>
  <TotalTime>5320</TotalTime>
  <Words>437</Words>
  <Application>Microsoft Office PowerPoint</Application>
  <PresentationFormat>Custom</PresentationFormat>
  <Paragraphs>40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ＭＳ Ｐゴシック</vt:lpstr>
      <vt:lpstr>Arial</vt:lpstr>
      <vt:lpstr>Arial Bold</vt:lpstr>
      <vt:lpstr>Arial Narrow</vt:lpstr>
      <vt:lpstr>Calibri</vt:lpstr>
      <vt:lpstr>Lato Light</vt:lpstr>
      <vt:lpstr>Tahoma</vt:lpstr>
      <vt:lpstr>Wingdings</vt:lpstr>
      <vt:lpstr>NIIT 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Symphonyteleca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Jible Mathew</dc:creator>
  <cp:lastModifiedBy>Shankar Guduri</cp:lastModifiedBy>
  <cp:revision>1470</cp:revision>
  <dcterms:created xsi:type="dcterms:W3CDTF">2015-05-08T07:43:48Z</dcterms:created>
  <dcterms:modified xsi:type="dcterms:W3CDTF">2017-10-25T06:43:38Z</dcterms:modified>
</cp:coreProperties>
</file>